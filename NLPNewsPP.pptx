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57" r:id="rId3"/>
    <p:sldId id="258" r:id="rId4"/>
    <p:sldId id="259" r:id="rId5"/>
    <p:sldId id="261" r:id="rId6"/>
    <p:sldId id="265" r:id="rId7"/>
    <p:sldId id="278" r:id="rId8"/>
    <p:sldId id="262" r:id="rId9"/>
    <p:sldId id="273" r:id="rId10"/>
    <p:sldId id="272" r:id="rId11"/>
    <p:sldId id="274" r:id="rId12"/>
    <p:sldId id="276" r:id="rId13"/>
    <p:sldId id="277" r:id="rId14"/>
    <p:sldId id="264" r:id="rId15"/>
    <p:sldId id="266" r:id="rId16"/>
    <p:sldId id="275" r:id="rId17"/>
    <p:sldId id="267" r:id="rId18"/>
    <p:sldId id="263" r:id="rId19"/>
    <p:sldId id="271" r:id="rId20"/>
    <p:sldId id="268" r:id="rId21"/>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1" autoAdjust="0"/>
    <p:restoredTop sz="85390" autoAdjust="0"/>
  </p:normalViewPr>
  <p:slideViewPr>
    <p:cSldViewPr snapToGrid="0">
      <p:cViewPr varScale="1">
        <p:scale>
          <a:sx n="81" d="100"/>
          <a:sy n="81" d="100"/>
        </p:scale>
        <p:origin x="114" y="4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AT"/>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EB417E-37B2-4E32-820A-2EDC37F0EFDF}" type="datetimeFigureOut">
              <a:rPr lang="de-AT" smtClean="0"/>
              <a:t>04.12.2025</a:t>
            </a:fld>
            <a:endParaRPr lang="de-AT"/>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AT"/>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AT"/>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AT"/>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F3A46C-225B-423F-89F7-A23DB23600DE}" type="slidenum">
              <a:rPr lang="de-AT" smtClean="0"/>
              <a:t>‹Nr.›</a:t>
            </a:fld>
            <a:endParaRPr lang="de-AT"/>
          </a:p>
        </p:txBody>
      </p:sp>
    </p:spTree>
    <p:extLst>
      <p:ext uri="{BB962C8B-B14F-4D97-AF65-F5344CB8AC3E}">
        <p14:creationId xmlns:p14="http://schemas.microsoft.com/office/powerpoint/2010/main" val="34903266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AT" dirty="0" err="1"/>
              <a:t>Balanced</a:t>
            </a:r>
            <a:r>
              <a:rPr lang="de-AT" dirty="0"/>
              <a:t> ?</a:t>
            </a:r>
          </a:p>
          <a:p>
            <a:endParaRPr lang="de-AT" dirty="0"/>
          </a:p>
          <a:p>
            <a:r>
              <a:rPr lang="de-AT" dirty="0" err="1"/>
              <a:t>Preprocessing</a:t>
            </a:r>
            <a:r>
              <a:rPr lang="de-AT" dirty="0"/>
              <a:t>? </a:t>
            </a:r>
          </a:p>
        </p:txBody>
      </p:sp>
      <p:sp>
        <p:nvSpPr>
          <p:cNvPr id="4" name="Foliennummernplatzhalter 3"/>
          <p:cNvSpPr>
            <a:spLocks noGrp="1"/>
          </p:cNvSpPr>
          <p:nvPr>
            <p:ph type="sldNum" sz="quarter" idx="5"/>
          </p:nvPr>
        </p:nvSpPr>
        <p:spPr/>
        <p:txBody>
          <a:bodyPr/>
          <a:lstStyle/>
          <a:p>
            <a:fld id="{A2F3A46C-225B-423F-89F7-A23DB23600DE}" type="slidenum">
              <a:rPr lang="de-AT" smtClean="0"/>
              <a:t>2</a:t>
            </a:fld>
            <a:endParaRPr lang="de-AT"/>
          </a:p>
        </p:txBody>
      </p:sp>
    </p:spTree>
    <p:extLst>
      <p:ext uri="{BB962C8B-B14F-4D97-AF65-F5344CB8AC3E}">
        <p14:creationId xmlns:p14="http://schemas.microsoft.com/office/powerpoint/2010/main" val="8019587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AT" dirty="0"/>
          </a:p>
        </p:txBody>
      </p:sp>
      <p:sp>
        <p:nvSpPr>
          <p:cNvPr id="4" name="Foliennummernplatzhalter 3"/>
          <p:cNvSpPr>
            <a:spLocks noGrp="1"/>
          </p:cNvSpPr>
          <p:nvPr>
            <p:ph type="sldNum" sz="quarter" idx="5"/>
          </p:nvPr>
        </p:nvSpPr>
        <p:spPr/>
        <p:txBody>
          <a:bodyPr/>
          <a:lstStyle/>
          <a:p>
            <a:fld id="{A2F3A46C-225B-423F-89F7-A23DB23600DE}" type="slidenum">
              <a:rPr lang="de-AT" smtClean="0"/>
              <a:t>11</a:t>
            </a:fld>
            <a:endParaRPr lang="de-AT"/>
          </a:p>
        </p:txBody>
      </p:sp>
    </p:spTree>
    <p:extLst>
      <p:ext uri="{BB962C8B-B14F-4D97-AF65-F5344CB8AC3E}">
        <p14:creationId xmlns:p14="http://schemas.microsoft.com/office/powerpoint/2010/main" val="18422140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FF9A46E-81F3-A013-2C45-0DC07001805A}"/>
            </a:ext>
          </a:extLst>
        </p:cNvPr>
        <p:cNvGrpSpPr/>
        <p:nvPr/>
      </p:nvGrpSpPr>
      <p:grpSpPr>
        <a:xfrm>
          <a:off x="0" y="0"/>
          <a:ext cx="0" cy="0"/>
          <a:chOff x="0" y="0"/>
          <a:chExt cx="0" cy="0"/>
        </a:xfrm>
      </p:grpSpPr>
      <p:sp>
        <p:nvSpPr>
          <p:cNvPr id="2" name="Folienbildplatzhalter 1">
            <a:extLst>
              <a:ext uri="{FF2B5EF4-FFF2-40B4-BE49-F238E27FC236}">
                <a16:creationId xmlns="" xmlns:a16="http://schemas.microsoft.com/office/drawing/2014/main" id="{AFAEC87A-918C-E0A9-1AC8-57DF47BFAAD3}"/>
              </a:ext>
            </a:extLst>
          </p:cNvPr>
          <p:cNvSpPr>
            <a:spLocks noGrp="1" noRot="1" noChangeAspect="1"/>
          </p:cNvSpPr>
          <p:nvPr>
            <p:ph type="sldImg"/>
          </p:nvPr>
        </p:nvSpPr>
        <p:spPr/>
      </p:sp>
      <p:sp>
        <p:nvSpPr>
          <p:cNvPr id="3" name="Notizenplatzhalter 2">
            <a:extLst>
              <a:ext uri="{FF2B5EF4-FFF2-40B4-BE49-F238E27FC236}">
                <a16:creationId xmlns="" xmlns:a16="http://schemas.microsoft.com/office/drawing/2014/main" id="{F53F963A-5BB6-78FA-8935-1B8D2D7F08B6}"/>
              </a:ext>
            </a:extLst>
          </p:cNvPr>
          <p:cNvSpPr>
            <a:spLocks noGrp="1"/>
          </p:cNvSpPr>
          <p:nvPr>
            <p:ph type="body" idx="1"/>
          </p:nvPr>
        </p:nvSpPr>
        <p:spPr/>
        <p:txBody>
          <a:bodyPr/>
          <a:lstStyle/>
          <a:p>
            <a:r>
              <a:rPr lang="de-AT" dirty="0" err="1"/>
              <a:t>Vllt</a:t>
            </a:r>
            <a:r>
              <a:rPr lang="de-AT" dirty="0"/>
              <a:t> das Publikum fragen? </a:t>
            </a:r>
          </a:p>
        </p:txBody>
      </p:sp>
      <p:sp>
        <p:nvSpPr>
          <p:cNvPr id="4" name="Foliennummernplatzhalter 3">
            <a:extLst>
              <a:ext uri="{FF2B5EF4-FFF2-40B4-BE49-F238E27FC236}">
                <a16:creationId xmlns="" xmlns:a16="http://schemas.microsoft.com/office/drawing/2014/main" id="{DEFB9B9B-4A91-4112-1934-A0555B73725E}"/>
              </a:ext>
            </a:extLst>
          </p:cNvPr>
          <p:cNvSpPr>
            <a:spLocks noGrp="1"/>
          </p:cNvSpPr>
          <p:nvPr>
            <p:ph type="sldNum" sz="quarter" idx="5"/>
          </p:nvPr>
        </p:nvSpPr>
        <p:spPr/>
        <p:txBody>
          <a:bodyPr/>
          <a:lstStyle/>
          <a:p>
            <a:fld id="{A2F3A46C-225B-423F-89F7-A23DB23600DE}" type="slidenum">
              <a:rPr lang="de-AT" smtClean="0"/>
              <a:t>16</a:t>
            </a:fld>
            <a:endParaRPr lang="de-AT"/>
          </a:p>
        </p:txBody>
      </p:sp>
    </p:spTree>
    <p:extLst>
      <p:ext uri="{BB962C8B-B14F-4D97-AF65-F5344CB8AC3E}">
        <p14:creationId xmlns:p14="http://schemas.microsoft.com/office/powerpoint/2010/main" val="20614106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AT" dirty="0" err="1"/>
              <a:t>Vllt</a:t>
            </a:r>
            <a:r>
              <a:rPr lang="de-AT" dirty="0"/>
              <a:t> das Publikum fragen? </a:t>
            </a:r>
          </a:p>
        </p:txBody>
      </p:sp>
      <p:sp>
        <p:nvSpPr>
          <p:cNvPr id="4" name="Foliennummernplatzhalter 3"/>
          <p:cNvSpPr>
            <a:spLocks noGrp="1"/>
          </p:cNvSpPr>
          <p:nvPr>
            <p:ph type="sldNum" sz="quarter" idx="5"/>
          </p:nvPr>
        </p:nvSpPr>
        <p:spPr/>
        <p:txBody>
          <a:bodyPr/>
          <a:lstStyle/>
          <a:p>
            <a:fld id="{A2F3A46C-225B-423F-89F7-A23DB23600DE}" type="slidenum">
              <a:rPr lang="de-AT" smtClean="0"/>
              <a:t>17</a:t>
            </a:fld>
            <a:endParaRPr lang="de-AT"/>
          </a:p>
        </p:txBody>
      </p:sp>
    </p:spTree>
    <p:extLst>
      <p:ext uri="{BB962C8B-B14F-4D97-AF65-F5344CB8AC3E}">
        <p14:creationId xmlns:p14="http://schemas.microsoft.com/office/powerpoint/2010/main" val="1390687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AT" dirty="0"/>
          </a:p>
        </p:txBody>
      </p:sp>
      <p:sp>
        <p:nvSpPr>
          <p:cNvPr id="4" name="Foliennummernplatzhalter 3"/>
          <p:cNvSpPr>
            <a:spLocks noGrp="1"/>
          </p:cNvSpPr>
          <p:nvPr>
            <p:ph type="sldNum" sz="quarter" idx="5"/>
          </p:nvPr>
        </p:nvSpPr>
        <p:spPr/>
        <p:txBody>
          <a:bodyPr/>
          <a:lstStyle/>
          <a:p>
            <a:fld id="{A2F3A46C-225B-423F-89F7-A23DB23600DE}" type="slidenum">
              <a:rPr lang="de-AT" smtClean="0"/>
              <a:t>18</a:t>
            </a:fld>
            <a:endParaRPr lang="de-AT"/>
          </a:p>
        </p:txBody>
      </p:sp>
    </p:spTree>
    <p:extLst>
      <p:ext uri="{BB962C8B-B14F-4D97-AF65-F5344CB8AC3E}">
        <p14:creationId xmlns:p14="http://schemas.microsoft.com/office/powerpoint/2010/main" val="615980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 xmlns:a16="http://schemas.microsoft.com/office/drawing/2014/main" id="{285AB648-BB58-F4B6-CC86-08CB302BA708}"/>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endParaRPr lang="de-AT"/>
          </a:p>
        </p:txBody>
      </p:sp>
      <p:sp>
        <p:nvSpPr>
          <p:cNvPr id="3" name="Untertitel 2">
            <a:extLst>
              <a:ext uri="{FF2B5EF4-FFF2-40B4-BE49-F238E27FC236}">
                <a16:creationId xmlns="" xmlns:a16="http://schemas.microsoft.com/office/drawing/2014/main" id="{1908CBD2-E060-EB21-EA67-73F1A54D07E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AT"/>
          </a:p>
        </p:txBody>
      </p:sp>
      <p:sp>
        <p:nvSpPr>
          <p:cNvPr id="4" name="Datumsplatzhalter 3">
            <a:extLst>
              <a:ext uri="{FF2B5EF4-FFF2-40B4-BE49-F238E27FC236}">
                <a16:creationId xmlns="" xmlns:a16="http://schemas.microsoft.com/office/drawing/2014/main" id="{81FE68CB-C2A7-7416-81C3-2ACB658EE122}"/>
              </a:ext>
            </a:extLst>
          </p:cNvPr>
          <p:cNvSpPr>
            <a:spLocks noGrp="1"/>
          </p:cNvSpPr>
          <p:nvPr>
            <p:ph type="dt" sz="half" idx="10"/>
          </p:nvPr>
        </p:nvSpPr>
        <p:spPr/>
        <p:txBody>
          <a:bodyPr/>
          <a:lstStyle/>
          <a:p>
            <a:fld id="{EC5FD1D8-BA10-4186-A27A-94A413CF3DF6}" type="datetimeFigureOut">
              <a:rPr lang="de-AT" smtClean="0"/>
              <a:t>04.12.2025</a:t>
            </a:fld>
            <a:endParaRPr lang="de-AT"/>
          </a:p>
        </p:txBody>
      </p:sp>
      <p:sp>
        <p:nvSpPr>
          <p:cNvPr id="5" name="Fußzeilenplatzhalter 4">
            <a:extLst>
              <a:ext uri="{FF2B5EF4-FFF2-40B4-BE49-F238E27FC236}">
                <a16:creationId xmlns="" xmlns:a16="http://schemas.microsoft.com/office/drawing/2014/main" id="{284E8DB9-FF7C-23AE-2951-2500C81B9FB6}"/>
              </a:ext>
            </a:extLst>
          </p:cNvPr>
          <p:cNvSpPr>
            <a:spLocks noGrp="1"/>
          </p:cNvSpPr>
          <p:nvPr>
            <p:ph type="ftr" sz="quarter" idx="11"/>
          </p:nvPr>
        </p:nvSpPr>
        <p:spPr/>
        <p:txBody>
          <a:bodyPr/>
          <a:lstStyle/>
          <a:p>
            <a:endParaRPr lang="de-AT"/>
          </a:p>
        </p:txBody>
      </p:sp>
      <p:sp>
        <p:nvSpPr>
          <p:cNvPr id="6" name="Foliennummernplatzhalter 5">
            <a:extLst>
              <a:ext uri="{FF2B5EF4-FFF2-40B4-BE49-F238E27FC236}">
                <a16:creationId xmlns="" xmlns:a16="http://schemas.microsoft.com/office/drawing/2014/main" id="{F9EAB001-78F7-5D8D-1492-3D04DB26A962}"/>
              </a:ext>
            </a:extLst>
          </p:cNvPr>
          <p:cNvSpPr>
            <a:spLocks noGrp="1"/>
          </p:cNvSpPr>
          <p:nvPr>
            <p:ph type="sldNum" sz="quarter" idx="12"/>
          </p:nvPr>
        </p:nvSpPr>
        <p:spPr/>
        <p:txBody>
          <a:bodyPr/>
          <a:lstStyle/>
          <a:p>
            <a:fld id="{6294855D-AF4B-4580-8BDA-2C28EAC8B009}" type="slidenum">
              <a:rPr lang="de-AT" smtClean="0"/>
              <a:t>‹Nr.›</a:t>
            </a:fld>
            <a:endParaRPr lang="de-AT"/>
          </a:p>
        </p:txBody>
      </p:sp>
    </p:spTree>
    <p:extLst>
      <p:ext uri="{BB962C8B-B14F-4D97-AF65-F5344CB8AC3E}">
        <p14:creationId xmlns:p14="http://schemas.microsoft.com/office/powerpoint/2010/main" val="31029231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 xmlns:a16="http://schemas.microsoft.com/office/drawing/2014/main" id="{E66B1A70-29B5-69AD-A668-BC2A65D49546}"/>
              </a:ext>
            </a:extLst>
          </p:cNvPr>
          <p:cNvSpPr>
            <a:spLocks noGrp="1"/>
          </p:cNvSpPr>
          <p:nvPr>
            <p:ph type="title"/>
          </p:nvPr>
        </p:nvSpPr>
        <p:spPr/>
        <p:txBody>
          <a:bodyPr/>
          <a:lstStyle/>
          <a:p>
            <a:r>
              <a:rPr lang="de-DE"/>
              <a:t>Mastertitelformat bearbeiten</a:t>
            </a:r>
            <a:endParaRPr lang="de-AT"/>
          </a:p>
        </p:txBody>
      </p:sp>
      <p:sp>
        <p:nvSpPr>
          <p:cNvPr id="3" name="Inhaltsplatzhalter 2">
            <a:extLst>
              <a:ext uri="{FF2B5EF4-FFF2-40B4-BE49-F238E27FC236}">
                <a16:creationId xmlns="" xmlns:a16="http://schemas.microsoft.com/office/drawing/2014/main" id="{C8EAFE80-38EA-E4F3-6384-16C340ACB97E}"/>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AT"/>
          </a:p>
        </p:txBody>
      </p:sp>
      <p:sp>
        <p:nvSpPr>
          <p:cNvPr id="4" name="Datumsplatzhalter 3">
            <a:extLst>
              <a:ext uri="{FF2B5EF4-FFF2-40B4-BE49-F238E27FC236}">
                <a16:creationId xmlns="" xmlns:a16="http://schemas.microsoft.com/office/drawing/2014/main" id="{C095BFA8-5130-C75F-404F-E1085735E2D6}"/>
              </a:ext>
            </a:extLst>
          </p:cNvPr>
          <p:cNvSpPr>
            <a:spLocks noGrp="1"/>
          </p:cNvSpPr>
          <p:nvPr>
            <p:ph type="dt" sz="half" idx="10"/>
          </p:nvPr>
        </p:nvSpPr>
        <p:spPr/>
        <p:txBody>
          <a:bodyPr/>
          <a:lstStyle/>
          <a:p>
            <a:fld id="{EC5FD1D8-BA10-4186-A27A-94A413CF3DF6}" type="datetimeFigureOut">
              <a:rPr lang="de-AT" smtClean="0"/>
              <a:t>04.12.2025</a:t>
            </a:fld>
            <a:endParaRPr lang="de-AT"/>
          </a:p>
        </p:txBody>
      </p:sp>
      <p:sp>
        <p:nvSpPr>
          <p:cNvPr id="5" name="Fußzeilenplatzhalter 4">
            <a:extLst>
              <a:ext uri="{FF2B5EF4-FFF2-40B4-BE49-F238E27FC236}">
                <a16:creationId xmlns="" xmlns:a16="http://schemas.microsoft.com/office/drawing/2014/main" id="{9876C32D-D23A-9F7E-A1EF-DF2277C36608}"/>
              </a:ext>
            </a:extLst>
          </p:cNvPr>
          <p:cNvSpPr>
            <a:spLocks noGrp="1"/>
          </p:cNvSpPr>
          <p:nvPr>
            <p:ph type="ftr" sz="quarter" idx="11"/>
          </p:nvPr>
        </p:nvSpPr>
        <p:spPr/>
        <p:txBody>
          <a:bodyPr/>
          <a:lstStyle/>
          <a:p>
            <a:endParaRPr lang="de-AT"/>
          </a:p>
        </p:txBody>
      </p:sp>
      <p:sp>
        <p:nvSpPr>
          <p:cNvPr id="6" name="Foliennummernplatzhalter 5">
            <a:extLst>
              <a:ext uri="{FF2B5EF4-FFF2-40B4-BE49-F238E27FC236}">
                <a16:creationId xmlns="" xmlns:a16="http://schemas.microsoft.com/office/drawing/2014/main" id="{81545418-871B-39A6-C548-8D15DA679B08}"/>
              </a:ext>
            </a:extLst>
          </p:cNvPr>
          <p:cNvSpPr>
            <a:spLocks noGrp="1"/>
          </p:cNvSpPr>
          <p:nvPr>
            <p:ph type="sldNum" sz="quarter" idx="12"/>
          </p:nvPr>
        </p:nvSpPr>
        <p:spPr/>
        <p:txBody>
          <a:bodyPr/>
          <a:lstStyle/>
          <a:p>
            <a:fld id="{6294855D-AF4B-4580-8BDA-2C28EAC8B009}" type="slidenum">
              <a:rPr lang="de-AT" smtClean="0"/>
              <a:t>‹Nr.›</a:t>
            </a:fld>
            <a:endParaRPr lang="de-AT"/>
          </a:p>
        </p:txBody>
      </p:sp>
    </p:spTree>
    <p:extLst>
      <p:ext uri="{BB962C8B-B14F-4D97-AF65-F5344CB8AC3E}">
        <p14:creationId xmlns:p14="http://schemas.microsoft.com/office/powerpoint/2010/main" val="33368606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 xmlns:a16="http://schemas.microsoft.com/office/drawing/2014/main" id="{AA07D507-03F5-2837-B2A6-CFE7E8F1E771}"/>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endParaRPr lang="de-AT"/>
          </a:p>
        </p:txBody>
      </p:sp>
      <p:sp>
        <p:nvSpPr>
          <p:cNvPr id="3" name="Textplatzhalter 2">
            <a:extLst>
              <a:ext uri="{FF2B5EF4-FFF2-40B4-BE49-F238E27FC236}">
                <a16:creationId xmlns="" xmlns:a16="http://schemas.microsoft.com/office/drawing/2014/main" id="{5C194174-8190-130C-EA7C-85068542A1A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 xmlns:a16="http://schemas.microsoft.com/office/drawing/2014/main" id="{FBDF870F-655B-0333-CE19-CBFE59B04431}"/>
              </a:ext>
            </a:extLst>
          </p:cNvPr>
          <p:cNvSpPr>
            <a:spLocks noGrp="1"/>
          </p:cNvSpPr>
          <p:nvPr>
            <p:ph type="dt" sz="half" idx="10"/>
          </p:nvPr>
        </p:nvSpPr>
        <p:spPr/>
        <p:txBody>
          <a:bodyPr/>
          <a:lstStyle/>
          <a:p>
            <a:fld id="{EC5FD1D8-BA10-4186-A27A-94A413CF3DF6}" type="datetimeFigureOut">
              <a:rPr lang="de-AT" smtClean="0"/>
              <a:t>04.12.2025</a:t>
            </a:fld>
            <a:endParaRPr lang="de-AT"/>
          </a:p>
        </p:txBody>
      </p:sp>
      <p:sp>
        <p:nvSpPr>
          <p:cNvPr id="5" name="Fußzeilenplatzhalter 4">
            <a:extLst>
              <a:ext uri="{FF2B5EF4-FFF2-40B4-BE49-F238E27FC236}">
                <a16:creationId xmlns="" xmlns:a16="http://schemas.microsoft.com/office/drawing/2014/main" id="{DCD917AE-7D31-993F-A215-991C2ACF5E10}"/>
              </a:ext>
            </a:extLst>
          </p:cNvPr>
          <p:cNvSpPr>
            <a:spLocks noGrp="1"/>
          </p:cNvSpPr>
          <p:nvPr>
            <p:ph type="ftr" sz="quarter" idx="11"/>
          </p:nvPr>
        </p:nvSpPr>
        <p:spPr/>
        <p:txBody>
          <a:bodyPr/>
          <a:lstStyle/>
          <a:p>
            <a:endParaRPr lang="de-AT"/>
          </a:p>
        </p:txBody>
      </p:sp>
      <p:sp>
        <p:nvSpPr>
          <p:cNvPr id="6" name="Foliennummernplatzhalter 5">
            <a:extLst>
              <a:ext uri="{FF2B5EF4-FFF2-40B4-BE49-F238E27FC236}">
                <a16:creationId xmlns="" xmlns:a16="http://schemas.microsoft.com/office/drawing/2014/main" id="{6B53D0A1-1656-6AA3-601F-D6D21A05A5C0}"/>
              </a:ext>
            </a:extLst>
          </p:cNvPr>
          <p:cNvSpPr>
            <a:spLocks noGrp="1"/>
          </p:cNvSpPr>
          <p:nvPr>
            <p:ph type="sldNum" sz="quarter" idx="12"/>
          </p:nvPr>
        </p:nvSpPr>
        <p:spPr/>
        <p:txBody>
          <a:bodyPr/>
          <a:lstStyle/>
          <a:p>
            <a:fld id="{6294855D-AF4B-4580-8BDA-2C28EAC8B009}" type="slidenum">
              <a:rPr lang="de-AT" smtClean="0"/>
              <a:t>‹Nr.›</a:t>
            </a:fld>
            <a:endParaRPr lang="de-AT"/>
          </a:p>
        </p:txBody>
      </p:sp>
    </p:spTree>
    <p:extLst>
      <p:ext uri="{BB962C8B-B14F-4D97-AF65-F5344CB8AC3E}">
        <p14:creationId xmlns:p14="http://schemas.microsoft.com/office/powerpoint/2010/main" val="3629415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 xmlns:a16="http://schemas.microsoft.com/office/drawing/2014/main" id="{1671484D-1F52-1C17-62E3-EBA6B1349C7F}"/>
              </a:ext>
            </a:extLst>
          </p:cNvPr>
          <p:cNvSpPr>
            <a:spLocks noGrp="1"/>
          </p:cNvSpPr>
          <p:nvPr>
            <p:ph type="title"/>
          </p:nvPr>
        </p:nvSpPr>
        <p:spPr/>
        <p:txBody>
          <a:bodyPr/>
          <a:lstStyle/>
          <a:p>
            <a:r>
              <a:rPr lang="de-DE"/>
              <a:t>Mastertitelformat bearbeiten</a:t>
            </a:r>
            <a:endParaRPr lang="de-AT"/>
          </a:p>
        </p:txBody>
      </p:sp>
      <p:sp>
        <p:nvSpPr>
          <p:cNvPr id="3" name="Inhaltsplatzhalter 2">
            <a:extLst>
              <a:ext uri="{FF2B5EF4-FFF2-40B4-BE49-F238E27FC236}">
                <a16:creationId xmlns="" xmlns:a16="http://schemas.microsoft.com/office/drawing/2014/main" id="{5B2D0269-E58B-3662-1EAE-C57D4EAC0843}"/>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AT"/>
          </a:p>
        </p:txBody>
      </p:sp>
      <p:sp>
        <p:nvSpPr>
          <p:cNvPr id="4" name="Inhaltsplatzhalter 3">
            <a:extLst>
              <a:ext uri="{FF2B5EF4-FFF2-40B4-BE49-F238E27FC236}">
                <a16:creationId xmlns="" xmlns:a16="http://schemas.microsoft.com/office/drawing/2014/main" id="{C9DEE4AF-861B-B253-9746-764928232681}"/>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AT"/>
          </a:p>
        </p:txBody>
      </p:sp>
      <p:sp>
        <p:nvSpPr>
          <p:cNvPr id="5" name="Datumsplatzhalter 4">
            <a:extLst>
              <a:ext uri="{FF2B5EF4-FFF2-40B4-BE49-F238E27FC236}">
                <a16:creationId xmlns="" xmlns:a16="http://schemas.microsoft.com/office/drawing/2014/main" id="{B3E0898D-095B-97C7-2B09-61C9CBB26318}"/>
              </a:ext>
            </a:extLst>
          </p:cNvPr>
          <p:cNvSpPr>
            <a:spLocks noGrp="1"/>
          </p:cNvSpPr>
          <p:nvPr>
            <p:ph type="dt" sz="half" idx="10"/>
          </p:nvPr>
        </p:nvSpPr>
        <p:spPr/>
        <p:txBody>
          <a:bodyPr/>
          <a:lstStyle/>
          <a:p>
            <a:fld id="{EC5FD1D8-BA10-4186-A27A-94A413CF3DF6}" type="datetimeFigureOut">
              <a:rPr lang="de-AT" smtClean="0"/>
              <a:t>04.12.2025</a:t>
            </a:fld>
            <a:endParaRPr lang="de-AT"/>
          </a:p>
        </p:txBody>
      </p:sp>
      <p:sp>
        <p:nvSpPr>
          <p:cNvPr id="6" name="Fußzeilenplatzhalter 5">
            <a:extLst>
              <a:ext uri="{FF2B5EF4-FFF2-40B4-BE49-F238E27FC236}">
                <a16:creationId xmlns="" xmlns:a16="http://schemas.microsoft.com/office/drawing/2014/main" id="{2B9AFE0F-CC7B-7830-9FCC-FF8E4182F759}"/>
              </a:ext>
            </a:extLst>
          </p:cNvPr>
          <p:cNvSpPr>
            <a:spLocks noGrp="1"/>
          </p:cNvSpPr>
          <p:nvPr>
            <p:ph type="ftr" sz="quarter" idx="11"/>
          </p:nvPr>
        </p:nvSpPr>
        <p:spPr/>
        <p:txBody>
          <a:bodyPr/>
          <a:lstStyle/>
          <a:p>
            <a:endParaRPr lang="de-AT"/>
          </a:p>
        </p:txBody>
      </p:sp>
      <p:sp>
        <p:nvSpPr>
          <p:cNvPr id="7" name="Foliennummernplatzhalter 6">
            <a:extLst>
              <a:ext uri="{FF2B5EF4-FFF2-40B4-BE49-F238E27FC236}">
                <a16:creationId xmlns="" xmlns:a16="http://schemas.microsoft.com/office/drawing/2014/main" id="{AA7860BB-C49F-724E-D8FF-CAF5A94B3CC5}"/>
              </a:ext>
            </a:extLst>
          </p:cNvPr>
          <p:cNvSpPr>
            <a:spLocks noGrp="1"/>
          </p:cNvSpPr>
          <p:nvPr>
            <p:ph type="sldNum" sz="quarter" idx="12"/>
          </p:nvPr>
        </p:nvSpPr>
        <p:spPr/>
        <p:txBody>
          <a:bodyPr/>
          <a:lstStyle/>
          <a:p>
            <a:fld id="{6294855D-AF4B-4580-8BDA-2C28EAC8B009}" type="slidenum">
              <a:rPr lang="de-AT" smtClean="0"/>
              <a:t>‹Nr.›</a:t>
            </a:fld>
            <a:endParaRPr lang="de-AT"/>
          </a:p>
        </p:txBody>
      </p:sp>
    </p:spTree>
    <p:extLst>
      <p:ext uri="{BB962C8B-B14F-4D97-AF65-F5344CB8AC3E}">
        <p14:creationId xmlns:p14="http://schemas.microsoft.com/office/powerpoint/2010/main" val="5879199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 xmlns:a16="http://schemas.microsoft.com/office/drawing/2014/main" id="{6D3337ED-3AB8-C542-0B78-F82C3FF338F1}"/>
              </a:ext>
            </a:extLst>
          </p:cNvPr>
          <p:cNvSpPr>
            <a:spLocks noGrp="1"/>
          </p:cNvSpPr>
          <p:nvPr>
            <p:ph type="title"/>
          </p:nvPr>
        </p:nvSpPr>
        <p:spPr>
          <a:xfrm>
            <a:off x="839788" y="365125"/>
            <a:ext cx="10515600" cy="1325563"/>
          </a:xfrm>
        </p:spPr>
        <p:txBody>
          <a:bodyPr/>
          <a:lstStyle/>
          <a:p>
            <a:r>
              <a:rPr lang="de-DE"/>
              <a:t>Mastertitelformat bearbeiten</a:t>
            </a:r>
            <a:endParaRPr lang="de-AT"/>
          </a:p>
        </p:txBody>
      </p:sp>
      <p:sp>
        <p:nvSpPr>
          <p:cNvPr id="3" name="Textplatzhalter 2">
            <a:extLst>
              <a:ext uri="{FF2B5EF4-FFF2-40B4-BE49-F238E27FC236}">
                <a16:creationId xmlns="" xmlns:a16="http://schemas.microsoft.com/office/drawing/2014/main" id="{CF4CD0FE-0070-F991-E9C5-8F485978A9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 xmlns:a16="http://schemas.microsoft.com/office/drawing/2014/main" id="{29BD6B88-8C50-52E6-A0E9-63DF7F4B1DB4}"/>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AT"/>
          </a:p>
        </p:txBody>
      </p:sp>
      <p:sp>
        <p:nvSpPr>
          <p:cNvPr id="5" name="Textplatzhalter 4">
            <a:extLst>
              <a:ext uri="{FF2B5EF4-FFF2-40B4-BE49-F238E27FC236}">
                <a16:creationId xmlns="" xmlns:a16="http://schemas.microsoft.com/office/drawing/2014/main" id="{D4DFA07A-CB11-D9DA-4CDB-95DA1F06A9A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 xmlns:a16="http://schemas.microsoft.com/office/drawing/2014/main" id="{5C870246-730E-3A01-772B-FB0574CD21FD}"/>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AT"/>
          </a:p>
        </p:txBody>
      </p:sp>
      <p:sp>
        <p:nvSpPr>
          <p:cNvPr id="7" name="Datumsplatzhalter 6">
            <a:extLst>
              <a:ext uri="{FF2B5EF4-FFF2-40B4-BE49-F238E27FC236}">
                <a16:creationId xmlns="" xmlns:a16="http://schemas.microsoft.com/office/drawing/2014/main" id="{6595EF99-4C86-043D-A12A-F3423679AE5D}"/>
              </a:ext>
            </a:extLst>
          </p:cNvPr>
          <p:cNvSpPr>
            <a:spLocks noGrp="1"/>
          </p:cNvSpPr>
          <p:nvPr>
            <p:ph type="dt" sz="half" idx="10"/>
          </p:nvPr>
        </p:nvSpPr>
        <p:spPr/>
        <p:txBody>
          <a:bodyPr/>
          <a:lstStyle/>
          <a:p>
            <a:fld id="{EC5FD1D8-BA10-4186-A27A-94A413CF3DF6}" type="datetimeFigureOut">
              <a:rPr lang="de-AT" smtClean="0"/>
              <a:t>04.12.2025</a:t>
            </a:fld>
            <a:endParaRPr lang="de-AT"/>
          </a:p>
        </p:txBody>
      </p:sp>
      <p:sp>
        <p:nvSpPr>
          <p:cNvPr id="8" name="Fußzeilenplatzhalter 7">
            <a:extLst>
              <a:ext uri="{FF2B5EF4-FFF2-40B4-BE49-F238E27FC236}">
                <a16:creationId xmlns="" xmlns:a16="http://schemas.microsoft.com/office/drawing/2014/main" id="{9A1A58FE-CEFB-4A2F-371E-12252ED91C2F}"/>
              </a:ext>
            </a:extLst>
          </p:cNvPr>
          <p:cNvSpPr>
            <a:spLocks noGrp="1"/>
          </p:cNvSpPr>
          <p:nvPr>
            <p:ph type="ftr" sz="quarter" idx="11"/>
          </p:nvPr>
        </p:nvSpPr>
        <p:spPr/>
        <p:txBody>
          <a:bodyPr/>
          <a:lstStyle/>
          <a:p>
            <a:endParaRPr lang="de-AT"/>
          </a:p>
        </p:txBody>
      </p:sp>
      <p:sp>
        <p:nvSpPr>
          <p:cNvPr id="9" name="Foliennummernplatzhalter 8">
            <a:extLst>
              <a:ext uri="{FF2B5EF4-FFF2-40B4-BE49-F238E27FC236}">
                <a16:creationId xmlns="" xmlns:a16="http://schemas.microsoft.com/office/drawing/2014/main" id="{FB0515EA-3C34-8130-3B0A-A457691E5D0B}"/>
              </a:ext>
            </a:extLst>
          </p:cNvPr>
          <p:cNvSpPr>
            <a:spLocks noGrp="1"/>
          </p:cNvSpPr>
          <p:nvPr>
            <p:ph type="sldNum" sz="quarter" idx="12"/>
          </p:nvPr>
        </p:nvSpPr>
        <p:spPr/>
        <p:txBody>
          <a:bodyPr/>
          <a:lstStyle/>
          <a:p>
            <a:fld id="{6294855D-AF4B-4580-8BDA-2C28EAC8B009}" type="slidenum">
              <a:rPr lang="de-AT" smtClean="0"/>
              <a:t>‹Nr.›</a:t>
            </a:fld>
            <a:endParaRPr lang="de-AT"/>
          </a:p>
        </p:txBody>
      </p:sp>
    </p:spTree>
    <p:extLst>
      <p:ext uri="{BB962C8B-B14F-4D97-AF65-F5344CB8AC3E}">
        <p14:creationId xmlns:p14="http://schemas.microsoft.com/office/powerpoint/2010/main" val="188273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 xmlns:a16="http://schemas.microsoft.com/office/drawing/2014/main" id="{6B1184FA-6FAD-BE49-750E-AFF83D9FE501}"/>
              </a:ext>
            </a:extLst>
          </p:cNvPr>
          <p:cNvSpPr>
            <a:spLocks noGrp="1"/>
          </p:cNvSpPr>
          <p:nvPr>
            <p:ph type="title"/>
          </p:nvPr>
        </p:nvSpPr>
        <p:spPr/>
        <p:txBody>
          <a:bodyPr/>
          <a:lstStyle/>
          <a:p>
            <a:r>
              <a:rPr lang="de-DE"/>
              <a:t>Mastertitelformat bearbeiten</a:t>
            </a:r>
            <a:endParaRPr lang="de-AT"/>
          </a:p>
        </p:txBody>
      </p:sp>
      <p:sp>
        <p:nvSpPr>
          <p:cNvPr id="3" name="Datumsplatzhalter 2">
            <a:extLst>
              <a:ext uri="{FF2B5EF4-FFF2-40B4-BE49-F238E27FC236}">
                <a16:creationId xmlns="" xmlns:a16="http://schemas.microsoft.com/office/drawing/2014/main" id="{0DD9E858-128E-ED8A-BCC1-528BA72DB83E}"/>
              </a:ext>
            </a:extLst>
          </p:cNvPr>
          <p:cNvSpPr>
            <a:spLocks noGrp="1"/>
          </p:cNvSpPr>
          <p:nvPr>
            <p:ph type="dt" sz="half" idx="10"/>
          </p:nvPr>
        </p:nvSpPr>
        <p:spPr/>
        <p:txBody>
          <a:bodyPr/>
          <a:lstStyle/>
          <a:p>
            <a:fld id="{EC5FD1D8-BA10-4186-A27A-94A413CF3DF6}" type="datetimeFigureOut">
              <a:rPr lang="de-AT" smtClean="0"/>
              <a:t>04.12.2025</a:t>
            </a:fld>
            <a:endParaRPr lang="de-AT"/>
          </a:p>
        </p:txBody>
      </p:sp>
      <p:sp>
        <p:nvSpPr>
          <p:cNvPr id="4" name="Fußzeilenplatzhalter 3">
            <a:extLst>
              <a:ext uri="{FF2B5EF4-FFF2-40B4-BE49-F238E27FC236}">
                <a16:creationId xmlns="" xmlns:a16="http://schemas.microsoft.com/office/drawing/2014/main" id="{EB7C9A78-3604-6185-6D39-7CA696E3F7FB}"/>
              </a:ext>
            </a:extLst>
          </p:cNvPr>
          <p:cNvSpPr>
            <a:spLocks noGrp="1"/>
          </p:cNvSpPr>
          <p:nvPr>
            <p:ph type="ftr" sz="quarter" idx="11"/>
          </p:nvPr>
        </p:nvSpPr>
        <p:spPr/>
        <p:txBody>
          <a:bodyPr/>
          <a:lstStyle/>
          <a:p>
            <a:endParaRPr lang="de-AT"/>
          </a:p>
        </p:txBody>
      </p:sp>
      <p:sp>
        <p:nvSpPr>
          <p:cNvPr id="5" name="Foliennummernplatzhalter 4">
            <a:extLst>
              <a:ext uri="{FF2B5EF4-FFF2-40B4-BE49-F238E27FC236}">
                <a16:creationId xmlns="" xmlns:a16="http://schemas.microsoft.com/office/drawing/2014/main" id="{299E2BAF-8C53-035A-6961-1F3EE47B30D6}"/>
              </a:ext>
            </a:extLst>
          </p:cNvPr>
          <p:cNvSpPr>
            <a:spLocks noGrp="1"/>
          </p:cNvSpPr>
          <p:nvPr>
            <p:ph type="sldNum" sz="quarter" idx="12"/>
          </p:nvPr>
        </p:nvSpPr>
        <p:spPr/>
        <p:txBody>
          <a:bodyPr/>
          <a:lstStyle/>
          <a:p>
            <a:fld id="{6294855D-AF4B-4580-8BDA-2C28EAC8B009}" type="slidenum">
              <a:rPr lang="de-AT" smtClean="0"/>
              <a:t>‹Nr.›</a:t>
            </a:fld>
            <a:endParaRPr lang="de-AT"/>
          </a:p>
        </p:txBody>
      </p:sp>
    </p:spTree>
    <p:extLst>
      <p:ext uri="{BB962C8B-B14F-4D97-AF65-F5344CB8AC3E}">
        <p14:creationId xmlns:p14="http://schemas.microsoft.com/office/powerpoint/2010/main" val="37230955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 xmlns:a16="http://schemas.microsoft.com/office/drawing/2014/main" id="{E5B7546A-041C-C884-AC0D-E6ADCE00D77A}"/>
              </a:ext>
            </a:extLst>
          </p:cNvPr>
          <p:cNvSpPr>
            <a:spLocks noGrp="1"/>
          </p:cNvSpPr>
          <p:nvPr>
            <p:ph type="dt" sz="half" idx="10"/>
          </p:nvPr>
        </p:nvSpPr>
        <p:spPr/>
        <p:txBody>
          <a:bodyPr/>
          <a:lstStyle/>
          <a:p>
            <a:fld id="{EC5FD1D8-BA10-4186-A27A-94A413CF3DF6}" type="datetimeFigureOut">
              <a:rPr lang="de-AT" smtClean="0"/>
              <a:t>04.12.2025</a:t>
            </a:fld>
            <a:endParaRPr lang="de-AT"/>
          </a:p>
        </p:txBody>
      </p:sp>
      <p:sp>
        <p:nvSpPr>
          <p:cNvPr id="3" name="Fußzeilenplatzhalter 2">
            <a:extLst>
              <a:ext uri="{FF2B5EF4-FFF2-40B4-BE49-F238E27FC236}">
                <a16:creationId xmlns="" xmlns:a16="http://schemas.microsoft.com/office/drawing/2014/main" id="{4AEBD43E-5F9C-DF22-204C-ECC8A17E7300}"/>
              </a:ext>
            </a:extLst>
          </p:cNvPr>
          <p:cNvSpPr>
            <a:spLocks noGrp="1"/>
          </p:cNvSpPr>
          <p:nvPr>
            <p:ph type="ftr" sz="quarter" idx="11"/>
          </p:nvPr>
        </p:nvSpPr>
        <p:spPr/>
        <p:txBody>
          <a:bodyPr/>
          <a:lstStyle/>
          <a:p>
            <a:endParaRPr lang="de-AT"/>
          </a:p>
        </p:txBody>
      </p:sp>
      <p:sp>
        <p:nvSpPr>
          <p:cNvPr id="4" name="Foliennummernplatzhalter 3">
            <a:extLst>
              <a:ext uri="{FF2B5EF4-FFF2-40B4-BE49-F238E27FC236}">
                <a16:creationId xmlns="" xmlns:a16="http://schemas.microsoft.com/office/drawing/2014/main" id="{F2CEBDCE-2211-57CA-092C-DD5AA876E3E0}"/>
              </a:ext>
            </a:extLst>
          </p:cNvPr>
          <p:cNvSpPr>
            <a:spLocks noGrp="1"/>
          </p:cNvSpPr>
          <p:nvPr>
            <p:ph type="sldNum" sz="quarter" idx="12"/>
          </p:nvPr>
        </p:nvSpPr>
        <p:spPr/>
        <p:txBody>
          <a:bodyPr/>
          <a:lstStyle/>
          <a:p>
            <a:fld id="{6294855D-AF4B-4580-8BDA-2C28EAC8B009}" type="slidenum">
              <a:rPr lang="de-AT" smtClean="0"/>
              <a:t>‹Nr.›</a:t>
            </a:fld>
            <a:endParaRPr lang="de-AT"/>
          </a:p>
        </p:txBody>
      </p:sp>
    </p:spTree>
    <p:extLst>
      <p:ext uri="{BB962C8B-B14F-4D97-AF65-F5344CB8AC3E}">
        <p14:creationId xmlns:p14="http://schemas.microsoft.com/office/powerpoint/2010/main" val="15330683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 xmlns:a16="http://schemas.microsoft.com/office/drawing/2014/main" id="{52CC30CE-E701-241B-F79B-D48DD284D067}"/>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de-AT"/>
          </a:p>
        </p:txBody>
      </p:sp>
      <p:sp>
        <p:nvSpPr>
          <p:cNvPr id="3" name="Inhaltsplatzhalter 2">
            <a:extLst>
              <a:ext uri="{FF2B5EF4-FFF2-40B4-BE49-F238E27FC236}">
                <a16:creationId xmlns="" xmlns:a16="http://schemas.microsoft.com/office/drawing/2014/main" id="{94833674-0CFB-92CC-964B-CF0FE7D85C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AT"/>
          </a:p>
        </p:txBody>
      </p:sp>
      <p:sp>
        <p:nvSpPr>
          <p:cNvPr id="4" name="Textplatzhalter 3">
            <a:extLst>
              <a:ext uri="{FF2B5EF4-FFF2-40B4-BE49-F238E27FC236}">
                <a16:creationId xmlns="" xmlns:a16="http://schemas.microsoft.com/office/drawing/2014/main" id="{D3454B32-EE18-0175-DEF2-35F6C9FD13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 xmlns:a16="http://schemas.microsoft.com/office/drawing/2014/main" id="{8E410DF2-3344-C56C-6176-2A9921CD54F6}"/>
              </a:ext>
            </a:extLst>
          </p:cNvPr>
          <p:cNvSpPr>
            <a:spLocks noGrp="1"/>
          </p:cNvSpPr>
          <p:nvPr>
            <p:ph type="dt" sz="half" idx="10"/>
          </p:nvPr>
        </p:nvSpPr>
        <p:spPr/>
        <p:txBody>
          <a:bodyPr/>
          <a:lstStyle/>
          <a:p>
            <a:fld id="{EC5FD1D8-BA10-4186-A27A-94A413CF3DF6}" type="datetimeFigureOut">
              <a:rPr lang="de-AT" smtClean="0"/>
              <a:t>04.12.2025</a:t>
            </a:fld>
            <a:endParaRPr lang="de-AT"/>
          </a:p>
        </p:txBody>
      </p:sp>
      <p:sp>
        <p:nvSpPr>
          <p:cNvPr id="6" name="Fußzeilenplatzhalter 5">
            <a:extLst>
              <a:ext uri="{FF2B5EF4-FFF2-40B4-BE49-F238E27FC236}">
                <a16:creationId xmlns="" xmlns:a16="http://schemas.microsoft.com/office/drawing/2014/main" id="{EBDACA39-ED43-F35B-A253-DBAE72EDF1FC}"/>
              </a:ext>
            </a:extLst>
          </p:cNvPr>
          <p:cNvSpPr>
            <a:spLocks noGrp="1"/>
          </p:cNvSpPr>
          <p:nvPr>
            <p:ph type="ftr" sz="quarter" idx="11"/>
          </p:nvPr>
        </p:nvSpPr>
        <p:spPr/>
        <p:txBody>
          <a:bodyPr/>
          <a:lstStyle/>
          <a:p>
            <a:endParaRPr lang="de-AT"/>
          </a:p>
        </p:txBody>
      </p:sp>
      <p:sp>
        <p:nvSpPr>
          <p:cNvPr id="7" name="Foliennummernplatzhalter 6">
            <a:extLst>
              <a:ext uri="{FF2B5EF4-FFF2-40B4-BE49-F238E27FC236}">
                <a16:creationId xmlns="" xmlns:a16="http://schemas.microsoft.com/office/drawing/2014/main" id="{5ADE1B61-E9D3-38B0-52EE-1ED2EE794A53}"/>
              </a:ext>
            </a:extLst>
          </p:cNvPr>
          <p:cNvSpPr>
            <a:spLocks noGrp="1"/>
          </p:cNvSpPr>
          <p:nvPr>
            <p:ph type="sldNum" sz="quarter" idx="12"/>
          </p:nvPr>
        </p:nvSpPr>
        <p:spPr/>
        <p:txBody>
          <a:bodyPr/>
          <a:lstStyle/>
          <a:p>
            <a:fld id="{6294855D-AF4B-4580-8BDA-2C28EAC8B009}" type="slidenum">
              <a:rPr lang="de-AT" smtClean="0"/>
              <a:t>‹Nr.›</a:t>
            </a:fld>
            <a:endParaRPr lang="de-AT"/>
          </a:p>
        </p:txBody>
      </p:sp>
    </p:spTree>
    <p:extLst>
      <p:ext uri="{BB962C8B-B14F-4D97-AF65-F5344CB8AC3E}">
        <p14:creationId xmlns:p14="http://schemas.microsoft.com/office/powerpoint/2010/main" val="35950878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 xmlns:a16="http://schemas.microsoft.com/office/drawing/2014/main" id="{4F6202A1-734D-4711-3AE0-4E320324D2B0}"/>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de-AT"/>
          </a:p>
        </p:txBody>
      </p:sp>
      <p:sp>
        <p:nvSpPr>
          <p:cNvPr id="3" name="Bildplatzhalter 2">
            <a:extLst>
              <a:ext uri="{FF2B5EF4-FFF2-40B4-BE49-F238E27FC236}">
                <a16:creationId xmlns="" xmlns:a16="http://schemas.microsoft.com/office/drawing/2014/main" id="{19C9E583-70C1-7EF3-435D-D8DB2AE8871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AT"/>
          </a:p>
        </p:txBody>
      </p:sp>
      <p:sp>
        <p:nvSpPr>
          <p:cNvPr id="4" name="Textplatzhalter 3">
            <a:extLst>
              <a:ext uri="{FF2B5EF4-FFF2-40B4-BE49-F238E27FC236}">
                <a16:creationId xmlns="" xmlns:a16="http://schemas.microsoft.com/office/drawing/2014/main" id="{569AF94B-3961-3554-27AE-ED85535E2F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 xmlns:a16="http://schemas.microsoft.com/office/drawing/2014/main" id="{442FD95D-DF64-B449-94FE-96CA64D80EC7}"/>
              </a:ext>
            </a:extLst>
          </p:cNvPr>
          <p:cNvSpPr>
            <a:spLocks noGrp="1"/>
          </p:cNvSpPr>
          <p:nvPr>
            <p:ph type="dt" sz="half" idx="10"/>
          </p:nvPr>
        </p:nvSpPr>
        <p:spPr/>
        <p:txBody>
          <a:bodyPr/>
          <a:lstStyle/>
          <a:p>
            <a:fld id="{EC5FD1D8-BA10-4186-A27A-94A413CF3DF6}" type="datetimeFigureOut">
              <a:rPr lang="de-AT" smtClean="0"/>
              <a:t>04.12.2025</a:t>
            </a:fld>
            <a:endParaRPr lang="de-AT"/>
          </a:p>
        </p:txBody>
      </p:sp>
      <p:sp>
        <p:nvSpPr>
          <p:cNvPr id="6" name="Fußzeilenplatzhalter 5">
            <a:extLst>
              <a:ext uri="{FF2B5EF4-FFF2-40B4-BE49-F238E27FC236}">
                <a16:creationId xmlns="" xmlns:a16="http://schemas.microsoft.com/office/drawing/2014/main" id="{25866238-3C6E-9CE2-0282-960DC7EE0247}"/>
              </a:ext>
            </a:extLst>
          </p:cNvPr>
          <p:cNvSpPr>
            <a:spLocks noGrp="1"/>
          </p:cNvSpPr>
          <p:nvPr>
            <p:ph type="ftr" sz="quarter" idx="11"/>
          </p:nvPr>
        </p:nvSpPr>
        <p:spPr/>
        <p:txBody>
          <a:bodyPr/>
          <a:lstStyle/>
          <a:p>
            <a:endParaRPr lang="de-AT"/>
          </a:p>
        </p:txBody>
      </p:sp>
      <p:sp>
        <p:nvSpPr>
          <p:cNvPr id="7" name="Foliennummernplatzhalter 6">
            <a:extLst>
              <a:ext uri="{FF2B5EF4-FFF2-40B4-BE49-F238E27FC236}">
                <a16:creationId xmlns="" xmlns:a16="http://schemas.microsoft.com/office/drawing/2014/main" id="{83D4CB8D-2823-B219-E0A1-72B6A785A7DE}"/>
              </a:ext>
            </a:extLst>
          </p:cNvPr>
          <p:cNvSpPr>
            <a:spLocks noGrp="1"/>
          </p:cNvSpPr>
          <p:nvPr>
            <p:ph type="sldNum" sz="quarter" idx="12"/>
          </p:nvPr>
        </p:nvSpPr>
        <p:spPr/>
        <p:txBody>
          <a:bodyPr/>
          <a:lstStyle/>
          <a:p>
            <a:fld id="{6294855D-AF4B-4580-8BDA-2C28EAC8B009}" type="slidenum">
              <a:rPr lang="de-AT" smtClean="0"/>
              <a:t>‹Nr.›</a:t>
            </a:fld>
            <a:endParaRPr lang="de-AT"/>
          </a:p>
        </p:txBody>
      </p:sp>
    </p:spTree>
    <p:extLst>
      <p:ext uri="{BB962C8B-B14F-4D97-AF65-F5344CB8AC3E}">
        <p14:creationId xmlns:p14="http://schemas.microsoft.com/office/powerpoint/2010/main" val="3035135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 xmlns:a16="http://schemas.microsoft.com/office/drawing/2014/main" id="{759A753F-2952-92E6-B8DA-B0D5E3EE568D}"/>
              </a:ext>
            </a:extLst>
          </p:cNvPr>
          <p:cNvSpPr>
            <a:spLocks noGrp="1"/>
          </p:cNvSpPr>
          <p:nvPr>
            <p:ph type="title"/>
          </p:nvPr>
        </p:nvSpPr>
        <p:spPr/>
        <p:txBody>
          <a:bodyPr/>
          <a:lstStyle/>
          <a:p>
            <a:r>
              <a:rPr lang="de-DE"/>
              <a:t>Mastertitelformat bearbeiten</a:t>
            </a:r>
            <a:endParaRPr lang="de-AT"/>
          </a:p>
        </p:txBody>
      </p:sp>
      <p:sp>
        <p:nvSpPr>
          <p:cNvPr id="3" name="Vertikaler Textplatzhalter 2">
            <a:extLst>
              <a:ext uri="{FF2B5EF4-FFF2-40B4-BE49-F238E27FC236}">
                <a16:creationId xmlns="" xmlns:a16="http://schemas.microsoft.com/office/drawing/2014/main" id="{B7F27151-F591-5169-01DC-D2D9F1E500A6}"/>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AT"/>
          </a:p>
        </p:txBody>
      </p:sp>
      <p:sp>
        <p:nvSpPr>
          <p:cNvPr id="4" name="Datumsplatzhalter 3">
            <a:extLst>
              <a:ext uri="{FF2B5EF4-FFF2-40B4-BE49-F238E27FC236}">
                <a16:creationId xmlns="" xmlns:a16="http://schemas.microsoft.com/office/drawing/2014/main" id="{0C115CE0-3D8F-C575-9712-F352D33AA1FE}"/>
              </a:ext>
            </a:extLst>
          </p:cNvPr>
          <p:cNvSpPr>
            <a:spLocks noGrp="1"/>
          </p:cNvSpPr>
          <p:nvPr>
            <p:ph type="dt" sz="half" idx="10"/>
          </p:nvPr>
        </p:nvSpPr>
        <p:spPr/>
        <p:txBody>
          <a:bodyPr/>
          <a:lstStyle/>
          <a:p>
            <a:fld id="{EC5FD1D8-BA10-4186-A27A-94A413CF3DF6}" type="datetimeFigureOut">
              <a:rPr lang="de-AT" smtClean="0"/>
              <a:t>04.12.2025</a:t>
            </a:fld>
            <a:endParaRPr lang="de-AT"/>
          </a:p>
        </p:txBody>
      </p:sp>
      <p:sp>
        <p:nvSpPr>
          <p:cNvPr id="5" name="Fußzeilenplatzhalter 4">
            <a:extLst>
              <a:ext uri="{FF2B5EF4-FFF2-40B4-BE49-F238E27FC236}">
                <a16:creationId xmlns="" xmlns:a16="http://schemas.microsoft.com/office/drawing/2014/main" id="{78480559-AE33-A100-E264-6AA448D850E8}"/>
              </a:ext>
            </a:extLst>
          </p:cNvPr>
          <p:cNvSpPr>
            <a:spLocks noGrp="1"/>
          </p:cNvSpPr>
          <p:nvPr>
            <p:ph type="ftr" sz="quarter" idx="11"/>
          </p:nvPr>
        </p:nvSpPr>
        <p:spPr/>
        <p:txBody>
          <a:bodyPr/>
          <a:lstStyle/>
          <a:p>
            <a:endParaRPr lang="de-AT"/>
          </a:p>
        </p:txBody>
      </p:sp>
      <p:sp>
        <p:nvSpPr>
          <p:cNvPr id="6" name="Foliennummernplatzhalter 5">
            <a:extLst>
              <a:ext uri="{FF2B5EF4-FFF2-40B4-BE49-F238E27FC236}">
                <a16:creationId xmlns="" xmlns:a16="http://schemas.microsoft.com/office/drawing/2014/main" id="{603E21B1-AB3A-3D12-E2A3-E907CEBB2B4E}"/>
              </a:ext>
            </a:extLst>
          </p:cNvPr>
          <p:cNvSpPr>
            <a:spLocks noGrp="1"/>
          </p:cNvSpPr>
          <p:nvPr>
            <p:ph type="sldNum" sz="quarter" idx="12"/>
          </p:nvPr>
        </p:nvSpPr>
        <p:spPr/>
        <p:txBody>
          <a:bodyPr/>
          <a:lstStyle/>
          <a:p>
            <a:fld id="{6294855D-AF4B-4580-8BDA-2C28EAC8B009}" type="slidenum">
              <a:rPr lang="de-AT" smtClean="0"/>
              <a:t>‹Nr.›</a:t>
            </a:fld>
            <a:endParaRPr lang="de-AT"/>
          </a:p>
        </p:txBody>
      </p:sp>
    </p:spTree>
    <p:extLst>
      <p:ext uri="{BB962C8B-B14F-4D97-AF65-F5344CB8AC3E}">
        <p14:creationId xmlns:p14="http://schemas.microsoft.com/office/powerpoint/2010/main" val="39569520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 xmlns:a16="http://schemas.microsoft.com/office/drawing/2014/main" id="{8C0131A3-FEC0-C7E5-3ABE-7F33BA223E12}"/>
              </a:ext>
            </a:extLst>
          </p:cNvPr>
          <p:cNvSpPr>
            <a:spLocks noGrp="1"/>
          </p:cNvSpPr>
          <p:nvPr>
            <p:ph type="title" orient="vert"/>
          </p:nvPr>
        </p:nvSpPr>
        <p:spPr>
          <a:xfrm>
            <a:off x="8724900" y="365125"/>
            <a:ext cx="2628900" cy="5811838"/>
          </a:xfrm>
        </p:spPr>
        <p:txBody>
          <a:bodyPr vert="eaVert"/>
          <a:lstStyle/>
          <a:p>
            <a:r>
              <a:rPr lang="de-DE"/>
              <a:t>Mastertitelformat bearbeiten</a:t>
            </a:r>
            <a:endParaRPr lang="de-AT"/>
          </a:p>
        </p:txBody>
      </p:sp>
      <p:sp>
        <p:nvSpPr>
          <p:cNvPr id="3" name="Vertikaler Textplatzhalter 2">
            <a:extLst>
              <a:ext uri="{FF2B5EF4-FFF2-40B4-BE49-F238E27FC236}">
                <a16:creationId xmlns="" xmlns:a16="http://schemas.microsoft.com/office/drawing/2014/main" id="{E118678B-C544-F48D-D2CD-6F0ADBD1C4F0}"/>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AT"/>
          </a:p>
        </p:txBody>
      </p:sp>
      <p:sp>
        <p:nvSpPr>
          <p:cNvPr id="4" name="Datumsplatzhalter 3">
            <a:extLst>
              <a:ext uri="{FF2B5EF4-FFF2-40B4-BE49-F238E27FC236}">
                <a16:creationId xmlns="" xmlns:a16="http://schemas.microsoft.com/office/drawing/2014/main" id="{659A59F8-3C55-C069-3834-86C4CB0747F8}"/>
              </a:ext>
            </a:extLst>
          </p:cNvPr>
          <p:cNvSpPr>
            <a:spLocks noGrp="1"/>
          </p:cNvSpPr>
          <p:nvPr>
            <p:ph type="dt" sz="half" idx="10"/>
          </p:nvPr>
        </p:nvSpPr>
        <p:spPr/>
        <p:txBody>
          <a:bodyPr/>
          <a:lstStyle/>
          <a:p>
            <a:fld id="{EC5FD1D8-BA10-4186-A27A-94A413CF3DF6}" type="datetimeFigureOut">
              <a:rPr lang="de-AT" smtClean="0"/>
              <a:t>04.12.2025</a:t>
            </a:fld>
            <a:endParaRPr lang="de-AT"/>
          </a:p>
        </p:txBody>
      </p:sp>
      <p:sp>
        <p:nvSpPr>
          <p:cNvPr id="5" name="Fußzeilenplatzhalter 4">
            <a:extLst>
              <a:ext uri="{FF2B5EF4-FFF2-40B4-BE49-F238E27FC236}">
                <a16:creationId xmlns="" xmlns:a16="http://schemas.microsoft.com/office/drawing/2014/main" id="{C33DA5AD-6988-9827-430E-A30C3FB79412}"/>
              </a:ext>
            </a:extLst>
          </p:cNvPr>
          <p:cNvSpPr>
            <a:spLocks noGrp="1"/>
          </p:cNvSpPr>
          <p:nvPr>
            <p:ph type="ftr" sz="quarter" idx="11"/>
          </p:nvPr>
        </p:nvSpPr>
        <p:spPr/>
        <p:txBody>
          <a:bodyPr/>
          <a:lstStyle/>
          <a:p>
            <a:endParaRPr lang="de-AT"/>
          </a:p>
        </p:txBody>
      </p:sp>
      <p:sp>
        <p:nvSpPr>
          <p:cNvPr id="6" name="Foliennummernplatzhalter 5">
            <a:extLst>
              <a:ext uri="{FF2B5EF4-FFF2-40B4-BE49-F238E27FC236}">
                <a16:creationId xmlns="" xmlns:a16="http://schemas.microsoft.com/office/drawing/2014/main" id="{A5A9514A-9311-DDC2-D149-E09F0B6B320F}"/>
              </a:ext>
            </a:extLst>
          </p:cNvPr>
          <p:cNvSpPr>
            <a:spLocks noGrp="1"/>
          </p:cNvSpPr>
          <p:nvPr>
            <p:ph type="sldNum" sz="quarter" idx="12"/>
          </p:nvPr>
        </p:nvSpPr>
        <p:spPr/>
        <p:txBody>
          <a:bodyPr/>
          <a:lstStyle/>
          <a:p>
            <a:fld id="{6294855D-AF4B-4580-8BDA-2C28EAC8B009}" type="slidenum">
              <a:rPr lang="de-AT" smtClean="0"/>
              <a:t>‹Nr.›</a:t>
            </a:fld>
            <a:endParaRPr lang="de-AT"/>
          </a:p>
        </p:txBody>
      </p:sp>
    </p:spTree>
    <p:extLst>
      <p:ext uri="{BB962C8B-B14F-4D97-AF65-F5344CB8AC3E}">
        <p14:creationId xmlns:p14="http://schemas.microsoft.com/office/powerpoint/2010/main" val="16697405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 xmlns:a16="http://schemas.microsoft.com/office/drawing/2014/main" id="{E5EA127C-7644-8C82-E984-C879100FF9E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endParaRPr lang="de-AT"/>
          </a:p>
        </p:txBody>
      </p:sp>
      <p:sp>
        <p:nvSpPr>
          <p:cNvPr id="3" name="Textplatzhalter 2">
            <a:extLst>
              <a:ext uri="{FF2B5EF4-FFF2-40B4-BE49-F238E27FC236}">
                <a16:creationId xmlns="" xmlns:a16="http://schemas.microsoft.com/office/drawing/2014/main" id="{B3AAD524-A348-0828-657D-C3C5DC824A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AT"/>
          </a:p>
        </p:txBody>
      </p:sp>
      <p:sp>
        <p:nvSpPr>
          <p:cNvPr id="4" name="Datumsplatzhalter 3">
            <a:extLst>
              <a:ext uri="{FF2B5EF4-FFF2-40B4-BE49-F238E27FC236}">
                <a16:creationId xmlns="" xmlns:a16="http://schemas.microsoft.com/office/drawing/2014/main" id="{10DE105D-7162-DF11-5F77-9BF32F9A34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C5FD1D8-BA10-4186-A27A-94A413CF3DF6}" type="datetimeFigureOut">
              <a:rPr lang="de-AT" smtClean="0"/>
              <a:t>04.12.2025</a:t>
            </a:fld>
            <a:endParaRPr lang="de-AT"/>
          </a:p>
        </p:txBody>
      </p:sp>
      <p:sp>
        <p:nvSpPr>
          <p:cNvPr id="5" name="Fußzeilenplatzhalter 4">
            <a:extLst>
              <a:ext uri="{FF2B5EF4-FFF2-40B4-BE49-F238E27FC236}">
                <a16:creationId xmlns="" xmlns:a16="http://schemas.microsoft.com/office/drawing/2014/main" id="{047BDCBA-67F3-43B7-B235-EDEC0766A8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AT"/>
          </a:p>
        </p:txBody>
      </p:sp>
      <p:sp>
        <p:nvSpPr>
          <p:cNvPr id="6" name="Foliennummernplatzhalter 5">
            <a:extLst>
              <a:ext uri="{FF2B5EF4-FFF2-40B4-BE49-F238E27FC236}">
                <a16:creationId xmlns="" xmlns:a16="http://schemas.microsoft.com/office/drawing/2014/main" id="{C2198738-EB87-FFA9-EB1B-31881E47D0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294855D-AF4B-4580-8BDA-2C28EAC8B009}" type="slidenum">
              <a:rPr lang="de-AT" smtClean="0"/>
              <a:t>‹Nr.›</a:t>
            </a:fld>
            <a:endParaRPr lang="de-AT"/>
          </a:p>
        </p:txBody>
      </p:sp>
    </p:spTree>
    <p:extLst>
      <p:ext uri="{BB962C8B-B14F-4D97-AF65-F5344CB8AC3E}">
        <p14:creationId xmlns:p14="http://schemas.microsoft.com/office/powerpoint/2010/main" val="38333766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Qualifikation für das mittlere Hotelmanagement - Gastronomisches  Bildungszentrum e. V.">
            <a:extLst>
              <a:ext uri="{FF2B5EF4-FFF2-40B4-BE49-F238E27FC236}">
                <a16:creationId xmlns="" xmlns:a16="http://schemas.microsoft.com/office/drawing/2014/main" id="{5A8BBC23-2191-3732-B532-C6EFDBE530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509" y="0"/>
            <a:ext cx="1333066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el 1">
            <a:extLst>
              <a:ext uri="{FF2B5EF4-FFF2-40B4-BE49-F238E27FC236}">
                <a16:creationId xmlns="" xmlns:a16="http://schemas.microsoft.com/office/drawing/2014/main" id="{BA8047A6-51E1-0AA1-B75E-DC39BF3D3AC6}"/>
              </a:ext>
            </a:extLst>
          </p:cNvPr>
          <p:cNvSpPr>
            <a:spLocks noGrp="1"/>
          </p:cNvSpPr>
          <p:nvPr>
            <p:ph type="ctrTitle"/>
          </p:nvPr>
        </p:nvSpPr>
        <p:spPr>
          <a:xfrm>
            <a:off x="5264727" y="2070264"/>
            <a:ext cx="9144000" cy="956603"/>
          </a:xfrm>
        </p:spPr>
        <p:txBody>
          <a:bodyPr/>
          <a:lstStyle/>
          <a:p>
            <a:r>
              <a:rPr lang="de-AT" dirty="0"/>
              <a:t>NLP-Projekt</a:t>
            </a:r>
          </a:p>
        </p:txBody>
      </p:sp>
      <p:sp>
        <p:nvSpPr>
          <p:cNvPr id="3" name="Untertitel 2">
            <a:extLst>
              <a:ext uri="{FF2B5EF4-FFF2-40B4-BE49-F238E27FC236}">
                <a16:creationId xmlns="" xmlns:a16="http://schemas.microsoft.com/office/drawing/2014/main" id="{ED81BC18-ECC4-C774-C486-8D3FF8E15BC1}"/>
              </a:ext>
            </a:extLst>
          </p:cNvPr>
          <p:cNvSpPr>
            <a:spLocks noGrp="1"/>
          </p:cNvSpPr>
          <p:nvPr>
            <p:ph type="subTitle" idx="1"/>
          </p:nvPr>
        </p:nvSpPr>
        <p:spPr>
          <a:xfrm>
            <a:off x="5098473" y="3636251"/>
            <a:ext cx="9144000" cy="1655762"/>
          </a:xfrm>
        </p:spPr>
        <p:txBody>
          <a:bodyPr/>
          <a:lstStyle/>
          <a:p>
            <a:r>
              <a:rPr lang="de-AT" dirty="0" err="1"/>
              <a:t>NewsTypes</a:t>
            </a:r>
            <a:endParaRPr lang="de-AT" dirty="0"/>
          </a:p>
          <a:p>
            <a:r>
              <a:rPr lang="de-AT" dirty="0"/>
              <a:t>von Marcel Gössl, Simon Marek, </a:t>
            </a:r>
          </a:p>
          <a:p>
            <a:r>
              <a:rPr lang="de-AT" dirty="0"/>
              <a:t>Dominik Schrenk und Miriam Unger</a:t>
            </a:r>
          </a:p>
        </p:txBody>
      </p:sp>
    </p:spTree>
    <p:extLst>
      <p:ext uri="{BB962C8B-B14F-4D97-AF65-F5344CB8AC3E}">
        <p14:creationId xmlns:p14="http://schemas.microsoft.com/office/powerpoint/2010/main" val="37567234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 xmlns:a16="http://schemas.microsoft.com/office/drawing/2014/main" id="{D81D554E-2EA3-657E-E53D-B846F2AECA19}"/>
              </a:ext>
            </a:extLst>
          </p:cNvPr>
          <p:cNvSpPr>
            <a:spLocks noGrp="1"/>
          </p:cNvSpPr>
          <p:nvPr>
            <p:ph type="title"/>
          </p:nvPr>
        </p:nvSpPr>
        <p:spPr/>
        <p:txBody>
          <a:bodyPr/>
          <a:lstStyle/>
          <a:p>
            <a:r>
              <a:rPr lang="de-AT" dirty="0"/>
              <a:t>Dataset Description</a:t>
            </a:r>
          </a:p>
        </p:txBody>
      </p:sp>
      <p:sp>
        <p:nvSpPr>
          <p:cNvPr id="3" name="Inhaltsplatzhalter 2">
            <a:extLst>
              <a:ext uri="{FF2B5EF4-FFF2-40B4-BE49-F238E27FC236}">
                <a16:creationId xmlns="" xmlns:a16="http://schemas.microsoft.com/office/drawing/2014/main" id="{6839E103-C3D0-C376-7BBC-88BE399B223E}"/>
              </a:ext>
            </a:extLst>
          </p:cNvPr>
          <p:cNvSpPr>
            <a:spLocks noGrp="1"/>
          </p:cNvSpPr>
          <p:nvPr>
            <p:ph idx="1"/>
          </p:nvPr>
        </p:nvSpPr>
        <p:spPr/>
        <p:txBody>
          <a:bodyPr/>
          <a:lstStyle/>
          <a:p>
            <a:r>
              <a:rPr lang="de-AT" dirty="0"/>
              <a:t>Datensatz besteht Proben verschiedener Nachrichtenartikel</a:t>
            </a:r>
          </a:p>
          <a:p>
            <a:r>
              <a:rPr lang="de-AT" dirty="0"/>
              <a:t>Insgesamt: mehr als 127600 Artikel</a:t>
            </a:r>
          </a:p>
          <a:p>
            <a:r>
              <a:rPr lang="de-AT" dirty="0"/>
              <a:t>Klassen: </a:t>
            </a:r>
          </a:p>
          <a:p>
            <a:pPr lvl="1"/>
            <a:r>
              <a:rPr lang="de-AT" dirty="0"/>
              <a:t>World </a:t>
            </a:r>
          </a:p>
          <a:p>
            <a:pPr lvl="1"/>
            <a:r>
              <a:rPr lang="de-AT" dirty="0"/>
              <a:t>Sports</a:t>
            </a:r>
          </a:p>
          <a:p>
            <a:pPr lvl="1"/>
            <a:r>
              <a:rPr lang="de-AT" dirty="0"/>
              <a:t>Business</a:t>
            </a:r>
          </a:p>
          <a:p>
            <a:pPr lvl="1"/>
            <a:r>
              <a:rPr lang="de-AT" dirty="0"/>
              <a:t>Science</a:t>
            </a:r>
          </a:p>
        </p:txBody>
      </p:sp>
      <p:pic>
        <p:nvPicPr>
          <p:cNvPr id="7" name="Grafik 6">
            <a:extLst>
              <a:ext uri="{FF2B5EF4-FFF2-40B4-BE49-F238E27FC236}">
                <a16:creationId xmlns="" xmlns:a16="http://schemas.microsoft.com/office/drawing/2014/main" id="{17770B76-5899-9E64-A3F2-CAB64AC6EA3F}"/>
              </a:ext>
            </a:extLst>
          </p:cNvPr>
          <p:cNvPicPr>
            <a:picLocks noChangeAspect="1"/>
          </p:cNvPicPr>
          <p:nvPr/>
        </p:nvPicPr>
        <p:blipFill>
          <a:blip r:embed="rId3"/>
          <a:stretch>
            <a:fillRect/>
          </a:stretch>
        </p:blipFill>
        <p:spPr>
          <a:xfrm>
            <a:off x="5220854" y="2817668"/>
            <a:ext cx="6132946" cy="3833092"/>
          </a:xfrm>
          <a:prstGeom prst="rect">
            <a:avLst/>
          </a:prstGeom>
        </p:spPr>
      </p:pic>
    </p:spTree>
    <p:extLst>
      <p:ext uri="{BB962C8B-B14F-4D97-AF65-F5344CB8AC3E}">
        <p14:creationId xmlns:p14="http://schemas.microsoft.com/office/powerpoint/2010/main" val="30727564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 xmlns:a16="http://schemas.microsoft.com/office/drawing/2014/main" id="{21C7DEAE-711F-2A23-61DD-D1A070C2045D}"/>
              </a:ext>
            </a:extLst>
          </p:cNvPr>
          <p:cNvSpPr>
            <a:spLocks noGrp="1"/>
          </p:cNvSpPr>
          <p:nvPr>
            <p:ph type="title"/>
          </p:nvPr>
        </p:nvSpPr>
        <p:spPr/>
        <p:txBody>
          <a:bodyPr>
            <a:normAutofit/>
          </a:bodyPr>
          <a:lstStyle/>
          <a:p>
            <a:r>
              <a:rPr lang="de-AT" dirty="0"/>
              <a:t>Relation </a:t>
            </a:r>
            <a:r>
              <a:rPr lang="de-AT" dirty="0" err="1"/>
              <a:t>to</a:t>
            </a:r>
            <a:r>
              <a:rPr lang="de-AT" dirty="0"/>
              <a:t> Real </a:t>
            </a:r>
            <a:r>
              <a:rPr lang="de-AT" dirty="0" err="1"/>
              <a:t>Applications</a:t>
            </a:r>
            <a:endParaRPr lang="de-AT" dirty="0"/>
          </a:p>
        </p:txBody>
      </p:sp>
      <p:sp>
        <p:nvSpPr>
          <p:cNvPr id="3" name="Inhaltsplatzhalter 2">
            <a:extLst>
              <a:ext uri="{FF2B5EF4-FFF2-40B4-BE49-F238E27FC236}">
                <a16:creationId xmlns="" xmlns:a16="http://schemas.microsoft.com/office/drawing/2014/main" id="{530660D8-0091-1257-F628-D01F324FD816}"/>
              </a:ext>
            </a:extLst>
          </p:cNvPr>
          <p:cNvSpPr>
            <a:spLocks noGrp="1"/>
          </p:cNvSpPr>
          <p:nvPr>
            <p:ph idx="1"/>
          </p:nvPr>
        </p:nvSpPr>
        <p:spPr/>
        <p:txBody>
          <a:bodyPr>
            <a:normAutofit fontScale="92500" lnSpcReduction="20000"/>
          </a:bodyPr>
          <a:lstStyle/>
          <a:p>
            <a:r>
              <a:rPr lang="de-AT" dirty="0"/>
              <a:t>Automatische Einordung von Texten in 4 Kategorien</a:t>
            </a:r>
          </a:p>
          <a:p>
            <a:endParaRPr lang="de-AT" dirty="0"/>
          </a:p>
          <a:p>
            <a:r>
              <a:rPr lang="de-AT" dirty="0"/>
              <a:t>Typische Anwendungen: </a:t>
            </a:r>
          </a:p>
          <a:p>
            <a:pPr lvl="1"/>
            <a:r>
              <a:rPr lang="de-DE" dirty="0"/>
              <a:t>Sortierung von Nachrichtenartikeln, E-Mails, Kundenfeedback</a:t>
            </a:r>
          </a:p>
          <a:p>
            <a:pPr lvl="1"/>
            <a:r>
              <a:rPr lang="de-DE" dirty="0"/>
              <a:t>Analyse großer Textmengen ohne manuellen Aufwand</a:t>
            </a:r>
            <a:endParaRPr lang="de-AT" dirty="0"/>
          </a:p>
          <a:p>
            <a:r>
              <a:rPr lang="de-AT" dirty="0"/>
              <a:t>Praktischer Nutzen: </a:t>
            </a:r>
          </a:p>
          <a:p>
            <a:pPr lvl="1"/>
            <a:r>
              <a:rPr lang="de-DE" dirty="0"/>
              <a:t>Spart Zeit und Ressourcen</a:t>
            </a:r>
          </a:p>
          <a:p>
            <a:pPr lvl="1"/>
            <a:r>
              <a:rPr lang="de-DE" dirty="0"/>
              <a:t>Reduziert menschliche Fehler</a:t>
            </a:r>
          </a:p>
          <a:p>
            <a:pPr lvl="1"/>
            <a:r>
              <a:rPr lang="de-DE" dirty="0"/>
              <a:t>Ermöglicht schnellen Überblick über viele Dokumente</a:t>
            </a:r>
            <a:r>
              <a:rPr lang="de-AT" dirty="0"/>
              <a:t/>
            </a:r>
            <a:br>
              <a:rPr lang="de-AT" dirty="0"/>
            </a:br>
            <a:endParaRPr lang="de-AT" dirty="0"/>
          </a:p>
          <a:p>
            <a:pPr marL="457200" lvl="1" indent="0">
              <a:buNone/>
            </a:pPr>
            <a:r>
              <a:rPr lang="de-AT" dirty="0"/>
              <a:t/>
            </a:r>
            <a:br>
              <a:rPr lang="de-AT" dirty="0"/>
            </a:br>
            <a:endParaRPr lang="de-AT" dirty="0"/>
          </a:p>
        </p:txBody>
      </p:sp>
      <p:pic>
        <p:nvPicPr>
          <p:cNvPr id="7" name="Grafik 6">
            <a:extLst>
              <a:ext uri="{FF2B5EF4-FFF2-40B4-BE49-F238E27FC236}">
                <a16:creationId xmlns="" xmlns:a16="http://schemas.microsoft.com/office/drawing/2014/main" id="{F554D6BA-64C2-E1F9-C0EF-07F1EE7DE65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3101" y="128588"/>
            <a:ext cx="964703" cy="964703"/>
          </a:xfrm>
          <a:prstGeom prst="rect">
            <a:avLst/>
          </a:prstGeom>
        </p:spPr>
      </p:pic>
    </p:spTree>
    <p:extLst>
      <p:ext uri="{BB962C8B-B14F-4D97-AF65-F5344CB8AC3E}">
        <p14:creationId xmlns:p14="http://schemas.microsoft.com/office/powerpoint/2010/main" val="11869453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 xmlns:a16="http://schemas.microsoft.com/office/drawing/2014/main" id="{11EF2745-565C-4AB6-C038-4A30042EF7FD}"/>
              </a:ext>
            </a:extLst>
          </p:cNvPr>
          <p:cNvSpPr>
            <a:spLocks noGrp="1"/>
          </p:cNvSpPr>
          <p:nvPr>
            <p:ph type="title"/>
          </p:nvPr>
        </p:nvSpPr>
        <p:spPr/>
        <p:txBody>
          <a:bodyPr/>
          <a:lstStyle/>
          <a:p>
            <a:r>
              <a:rPr lang="de-AT" dirty="0"/>
              <a:t>Problems (and Solutions)</a:t>
            </a:r>
          </a:p>
        </p:txBody>
      </p:sp>
      <p:sp>
        <p:nvSpPr>
          <p:cNvPr id="3" name="Inhaltsplatzhalter 2">
            <a:extLst>
              <a:ext uri="{FF2B5EF4-FFF2-40B4-BE49-F238E27FC236}">
                <a16:creationId xmlns="" xmlns:a16="http://schemas.microsoft.com/office/drawing/2014/main" id="{1DE60C8E-871E-CFFF-AF09-93BBF1FE4E69}"/>
              </a:ext>
            </a:extLst>
          </p:cNvPr>
          <p:cNvSpPr>
            <a:spLocks noGrp="1"/>
          </p:cNvSpPr>
          <p:nvPr>
            <p:ph idx="1"/>
          </p:nvPr>
        </p:nvSpPr>
        <p:spPr>
          <a:xfrm>
            <a:off x="838200" y="1825624"/>
            <a:ext cx="10515600" cy="5032376"/>
          </a:xfrm>
        </p:spPr>
        <p:txBody>
          <a:bodyPr>
            <a:normAutofit/>
          </a:bodyPr>
          <a:lstStyle/>
          <a:p>
            <a:pPr marL="0" indent="0">
              <a:buNone/>
            </a:pPr>
            <a:r>
              <a:rPr lang="de-AT" u="sng" dirty="0"/>
              <a:t>Die Zahl 39 </a:t>
            </a:r>
          </a:p>
          <a:p>
            <a:pPr marL="0" indent="0">
              <a:buNone/>
            </a:pPr>
            <a:r>
              <a:rPr lang="en-US" dirty="0" err="1"/>
              <a:t>Bsp</a:t>
            </a:r>
            <a:r>
              <a:rPr lang="en-US" dirty="0"/>
              <a:t>. </a:t>
            </a:r>
            <a:r>
              <a:rPr lang="en-US" sz="2000" dirty="0"/>
              <a:t>1,Al-Sadr </a:t>
            </a:r>
            <a:r>
              <a:rPr lang="en-US" sz="2000" dirty="0">
                <a:highlight>
                  <a:srgbClr val="FF0000"/>
                </a:highlight>
              </a:rPr>
              <a:t>#39</a:t>
            </a:r>
            <a:r>
              <a:rPr lang="en-US" sz="2000" dirty="0"/>
              <a:t>;s militia keeps fighting in </a:t>
            </a:r>
            <a:r>
              <a:rPr lang="en-US" sz="2000" dirty="0" err="1"/>
              <a:t>Baghdad,US</a:t>
            </a:r>
            <a:r>
              <a:rPr lang="en-US" sz="2000" dirty="0"/>
              <a:t> forces and radical Shiite cleric Muqtada al-Sadr </a:t>
            </a:r>
            <a:r>
              <a:rPr lang="en-US" sz="2000" dirty="0">
                <a:highlight>
                  <a:srgbClr val="FF0000"/>
                </a:highlight>
              </a:rPr>
              <a:t>#39</a:t>
            </a:r>
            <a:r>
              <a:rPr lang="en-US" sz="2000" dirty="0"/>
              <a:t>;s militia battled Saturday in Baghdad even as the truce that ended the bloody fighting between US-Iraqi troops and the militia forces in Najaf held for a second day.</a:t>
            </a:r>
            <a:endParaRPr lang="de-AT" dirty="0"/>
          </a:p>
          <a:p>
            <a:pPr marL="0" indent="0">
              <a:buNone/>
            </a:pPr>
            <a:r>
              <a:rPr lang="de-AT" dirty="0"/>
              <a:t>tauchte in den Top Wörter auf. Wieso? </a:t>
            </a:r>
          </a:p>
          <a:p>
            <a:pPr marL="0" indent="0">
              <a:buNone/>
            </a:pPr>
            <a:endParaRPr lang="de-AT" dirty="0"/>
          </a:p>
          <a:p>
            <a:pPr marL="0" indent="0">
              <a:buNone/>
            </a:pPr>
            <a:r>
              <a:rPr lang="de-AT" dirty="0"/>
              <a:t>War ein HTML-Code </a:t>
            </a:r>
            <a:r>
              <a:rPr lang="de-AT" dirty="0">
                <a:sym typeface="Wingdings" panose="05000000000000000000" pitchFamily="2" charset="2"/>
              </a:rPr>
              <a:t></a:t>
            </a:r>
            <a:r>
              <a:rPr lang="de-AT" dirty="0"/>
              <a:t> #39 sollte für Apostroph stehen </a:t>
            </a:r>
          </a:p>
          <a:p>
            <a:pPr marL="0" indent="0">
              <a:buNone/>
            </a:pPr>
            <a:endParaRPr lang="de-AT" dirty="0"/>
          </a:p>
          <a:p>
            <a:pPr marL="0" indent="0">
              <a:buNone/>
            </a:pPr>
            <a:endParaRPr lang="de-AT" dirty="0"/>
          </a:p>
        </p:txBody>
      </p:sp>
      <p:pic>
        <p:nvPicPr>
          <p:cNvPr id="4" name="Grafik 3">
            <a:extLst>
              <a:ext uri="{FF2B5EF4-FFF2-40B4-BE49-F238E27FC236}">
                <a16:creationId xmlns="" xmlns:a16="http://schemas.microsoft.com/office/drawing/2014/main" id="{4639A14D-1F2A-14B1-629D-B587FF262F4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3101" y="128588"/>
            <a:ext cx="964703" cy="964703"/>
          </a:xfrm>
          <a:prstGeom prst="rect">
            <a:avLst/>
          </a:prstGeom>
        </p:spPr>
      </p:pic>
    </p:spTree>
    <p:extLst>
      <p:ext uri="{BB962C8B-B14F-4D97-AF65-F5344CB8AC3E}">
        <p14:creationId xmlns:p14="http://schemas.microsoft.com/office/powerpoint/2010/main" val="2646453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 xmlns:a16="http://schemas.microsoft.com/office/drawing/2014/main" id="{68170DC4-883C-1BAB-E5A2-74301E4FA24A}"/>
              </a:ext>
            </a:extLst>
          </p:cNvPr>
          <p:cNvSpPr>
            <a:spLocks noGrp="1"/>
          </p:cNvSpPr>
          <p:nvPr>
            <p:ph type="title"/>
          </p:nvPr>
        </p:nvSpPr>
        <p:spPr/>
        <p:txBody>
          <a:bodyPr/>
          <a:lstStyle/>
          <a:p>
            <a:r>
              <a:rPr lang="de-AT" dirty="0" smtClean="0"/>
              <a:t>Naive </a:t>
            </a:r>
            <a:r>
              <a:rPr lang="de-AT" dirty="0" err="1" smtClean="0"/>
              <a:t>Bayes</a:t>
            </a:r>
            <a:r>
              <a:rPr lang="de-AT" dirty="0" smtClean="0"/>
              <a:t> &amp; LSTM </a:t>
            </a:r>
            <a:r>
              <a:rPr lang="de-AT" dirty="0" smtClean="0"/>
              <a:t>Vergleich</a:t>
            </a:r>
            <a:endParaRPr lang="de-AT" dirty="0"/>
          </a:p>
        </p:txBody>
      </p:sp>
      <p:graphicFrame>
        <p:nvGraphicFramePr>
          <p:cNvPr id="4" name="Inhaltsplatzhalter 3"/>
          <p:cNvGraphicFramePr>
            <a:graphicFrameLocks noGrp="1"/>
          </p:cNvGraphicFramePr>
          <p:nvPr>
            <p:ph idx="1"/>
            <p:extLst>
              <p:ext uri="{D42A27DB-BD31-4B8C-83A1-F6EECF244321}">
                <p14:modId xmlns:p14="http://schemas.microsoft.com/office/powerpoint/2010/main" val="4058084448"/>
              </p:ext>
            </p:extLst>
          </p:nvPr>
        </p:nvGraphicFramePr>
        <p:xfrm>
          <a:off x="838200" y="1825625"/>
          <a:ext cx="10515600" cy="4297680"/>
        </p:xfrm>
        <a:graphic>
          <a:graphicData uri="http://schemas.openxmlformats.org/drawingml/2006/table">
            <a:tbl>
              <a:tblPr firstRow="1" bandRow="1">
                <a:tableStyleId>{5C22544A-7EE6-4342-B048-85BDC9FD1C3A}</a:tableStyleId>
              </a:tblPr>
              <a:tblGrid>
                <a:gridCol w="3505200"/>
                <a:gridCol w="3505200"/>
                <a:gridCol w="3505200"/>
              </a:tblGrid>
              <a:tr h="370840">
                <a:tc>
                  <a:txBody>
                    <a:bodyPr/>
                    <a:lstStyle/>
                    <a:p>
                      <a:pPr algn="ctr"/>
                      <a:endParaRPr lang="de-AT" sz="2000" dirty="0"/>
                    </a:p>
                  </a:txBody>
                  <a:tcPr anchor="ctr"/>
                </a:tc>
                <a:tc>
                  <a:txBody>
                    <a:bodyPr/>
                    <a:lstStyle/>
                    <a:p>
                      <a:pPr algn="ctr"/>
                      <a:r>
                        <a:rPr lang="de-AT" sz="2000" dirty="0" smtClean="0"/>
                        <a:t>Naive </a:t>
                      </a:r>
                      <a:r>
                        <a:rPr lang="de-AT" sz="2000" dirty="0" err="1" smtClean="0"/>
                        <a:t>Bayes</a:t>
                      </a:r>
                      <a:endParaRPr lang="de-AT" sz="2000" dirty="0"/>
                    </a:p>
                  </a:txBody>
                  <a:tcPr anchor="ctr"/>
                </a:tc>
                <a:tc>
                  <a:txBody>
                    <a:bodyPr/>
                    <a:lstStyle/>
                    <a:p>
                      <a:pPr algn="ctr"/>
                      <a:r>
                        <a:rPr lang="de-AT" sz="2000" dirty="0" smtClean="0"/>
                        <a:t>LSTM</a:t>
                      </a:r>
                      <a:endParaRPr lang="de-AT" sz="2000" dirty="0"/>
                    </a:p>
                  </a:txBody>
                  <a:tcPr anchor="ctr"/>
                </a:tc>
              </a:tr>
              <a:tr h="370840">
                <a:tc>
                  <a:txBody>
                    <a:bodyPr/>
                    <a:lstStyle/>
                    <a:p>
                      <a:pPr algn="ctr"/>
                      <a:r>
                        <a:rPr lang="de-AT" sz="2000" dirty="0" smtClean="0">
                          <a:solidFill>
                            <a:schemeClr val="bg1"/>
                          </a:solidFill>
                        </a:rPr>
                        <a:t>Kontextverständnis</a:t>
                      </a:r>
                      <a:endParaRPr lang="de-AT" sz="2000" dirty="0">
                        <a:solidFill>
                          <a:schemeClr val="bg1"/>
                        </a:solidFill>
                      </a:endParaRPr>
                    </a:p>
                  </a:txBody>
                  <a:tcPr anchor="ctr">
                    <a:solidFill>
                      <a:schemeClr val="accent1"/>
                    </a:solidFill>
                  </a:tcPr>
                </a:tc>
                <a:tc>
                  <a:txBody>
                    <a:bodyPr/>
                    <a:lstStyle/>
                    <a:p>
                      <a:pPr algn="ctr"/>
                      <a:r>
                        <a:rPr lang="de-AT" sz="2000" dirty="0" smtClean="0"/>
                        <a:t>Nein</a:t>
                      </a:r>
                      <a:endParaRPr lang="de-AT" sz="2000" dirty="0"/>
                    </a:p>
                  </a:txBody>
                  <a:tcPr anchor="ctr"/>
                </a:tc>
                <a:tc>
                  <a:txBody>
                    <a:bodyPr/>
                    <a:lstStyle/>
                    <a:p>
                      <a:pPr algn="ctr"/>
                      <a:r>
                        <a:rPr lang="de-AT" sz="2000" dirty="0" smtClean="0"/>
                        <a:t>Ja</a:t>
                      </a:r>
                      <a:endParaRPr lang="de-AT" sz="2000" dirty="0"/>
                    </a:p>
                  </a:txBody>
                  <a:tcPr anchor="ctr"/>
                </a:tc>
              </a:tr>
              <a:tr h="370840">
                <a:tc>
                  <a:txBody>
                    <a:bodyPr/>
                    <a:lstStyle/>
                    <a:p>
                      <a:pPr algn="ctr"/>
                      <a:r>
                        <a:rPr lang="de-AT" sz="2000" dirty="0" smtClean="0">
                          <a:solidFill>
                            <a:schemeClr val="bg1"/>
                          </a:solidFill>
                        </a:rPr>
                        <a:t>Berücksichtigung Wortreihenfolge</a:t>
                      </a:r>
                      <a:endParaRPr lang="de-AT" sz="2000" dirty="0">
                        <a:solidFill>
                          <a:schemeClr val="bg1"/>
                        </a:solidFill>
                      </a:endParaRPr>
                    </a:p>
                  </a:txBody>
                  <a:tcPr anchor="ctr">
                    <a:solidFill>
                      <a:schemeClr val="accent1"/>
                    </a:solidFill>
                  </a:tcPr>
                </a:tc>
                <a:tc>
                  <a:txBody>
                    <a:bodyPr/>
                    <a:lstStyle/>
                    <a:p>
                      <a:pPr algn="ctr"/>
                      <a:r>
                        <a:rPr lang="de-AT" sz="2000" dirty="0" smtClean="0"/>
                        <a:t>Nein</a:t>
                      </a:r>
                      <a:endParaRPr lang="de-AT" sz="2000" dirty="0"/>
                    </a:p>
                  </a:txBody>
                  <a:tcPr anchor="ctr"/>
                </a:tc>
                <a:tc>
                  <a:txBody>
                    <a:bodyPr/>
                    <a:lstStyle/>
                    <a:p>
                      <a:pPr algn="ctr"/>
                      <a:r>
                        <a:rPr lang="de-AT" sz="2000" dirty="0" smtClean="0"/>
                        <a:t>Ja</a:t>
                      </a:r>
                      <a:endParaRPr lang="de-AT" sz="2000" dirty="0"/>
                    </a:p>
                  </a:txBody>
                  <a:tcPr anchor="ctr"/>
                </a:tc>
              </a:tr>
              <a:tr h="370840">
                <a:tc>
                  <a:txBody>
                    <a:bodyPr/>
                    <a:lstStyle/>
                    <a:p>
                      <a:pPr algn="ctr"/>
                      <a:r>
                        <a:rPr lang="de-AT" sz="2000" dirty="0" smtClean="0">
                          <a:solidFill>
                            <a:schemeClr val="bg1"/>
                          </a:solidFill>
                        </a:rPr>
                        <a:t>Wie viele Trainingsdaten?</a:t>
                      </a:r>
                      <a:endParaRPr lang="de-AT" sz="2000" dirty="0">
                        <a:solidFill>
                          <a:schemeClr val="bg1"/>
                        </a:solidFill>
                      </a:endParaRPr>
                    </a:p>
                  </a:txBody>
                  <a:tcPr anchor="ctr">
                    <a:solidFill>
                      <a:schemeClr val="accent1"/>
                    </a:solidFill>
                  </a:tcPr>
                </a:tc>
                <a:tc>
                  <a:txBody>
                    <a:bodyPr/>
                    <a:lstStyle/>
                    <a:p>
                      <a:pPr algn="ctr"/>
                      <a:r>
                        <a:rPr lang="de-AT" sz="2000" dirty="0" smtClean="0"/>
                        <a:t>weniger</a:t>
                      </a:r>
                      <a:endParaRPr lang="de-AT" sz="2000" dirty="0"/>
                    </a:p>
                  </a:txBody>
                  <a:tcPr anchor="ctr"/>
                </a:tc>
                <a:tc>
                  <a:txBody>
                    <a:bodyPr/>
                    <a:lstStyle/>
                    <a:p>
                      <a:pPr algn="ctr"/>
                      <a:r>
                        <a:rPr lang="de-AT" sz="2000" dirty="0" smtClean="0"/>
                        <a:t>mehr</a:t>
                      </a:r>
                      <a:endParaRPr lang="de-AT" sz="2000" dirty="0"/>
                    </a:p>
                  </a:txBody>
                  <a:tcPr anchor="ctr"/>
                </a:tc>
              </a:tr>
              <a:tr h="370840">
                <a:tc>
                  <a:txBody>
                    <a:bodyPr/>
                    <a:lstStyle/>
                    <a:p>
                      <a:pPr algn="ctr"/>
                      <a:r>
                        <a:rPr lang="de-AT" sz="2000" dirty="0" smtClean="0">
                          <a:solidFill>
                            <a:schemeClr val="bg1"/>
                          </a:solidFill>
                        </a:rPr>
                        <a:t>Trainings-geschwindigkeit</a:t>
                      </a:r>
                      <a:endParaRPr lang="de-AT" sz="2000" dirty="0">
                        <a:solidFill>
                          <a:schemeClr val="bg1"/>
                        </a:solidFill>
                      </a:endParaRPr>
                    </a:p>
                  </a:txBody>
                  <a:tcPr anchor="ctr">
                    <a:solidFill>
                      <a:schemeClr val="accent1"/>
                    </a:solidFill>
                  </a:tcPr>
                </a:tc>
                <a:tc>
                  <a:txBody>
                    <a:bodyPr/>
                    <a:lstStyle/>
                    <a:p>
                      <a:pPr algn="ctr"/>
                      <a:r>
                        <a:rPr lang="de-AT" sz="2000" dirty="0" smtClean="0"/>
                        <a:t>Schnelles Training (auch ohne GPU)</a:t>
                      </a:r>
                      <a:endParaRPr lang="de-AT" sz="2000" dirty="0"/>
                    </a:p>
                  </a:txBody>
                  <a:tcPr anchor="ctr"/>
                </a:tc>
                <a:tc>
                  <a:txBody>
                    <a:bodyPr/>
                    <a:lstStyle/>
                    <a:p>
                      <a:pPr algn="ctr"/>
                      <a:r>
                        <a:rPr lang="de-AT" sz="2000" dirty="0" smtClean="0"/>
                        <a:t>Langsamer, abhängig von GPU</a:t>
                      </a:r>
                      <a:endParaRPr lang="de-AT" sz="2000" dirty="0"/>
                    </a:p>
                  </a:txBody>
                  <a:tcPr anchor="ctr"/>
                </a:tc>
              </a:tr>
              <a:tr h="370840">
                <a:tc>
                  <a:txBody>
                    <a:bodyPr/>
                    <a:lstStyle/>
                    <a:p>
                      <a:pPr algn="ctr"/>
                      <a:r>
                        <a:rPr lang="de-AT" sz="2000" dirty="0" smtClean="0">
                          <a:solidFill>
                            <a:schemeClr val="bg1"/>
                          </a:solidFill>
                        </a:rPr>
                        <a:t>Genauigkeit</a:t>
                      </a:r>
                      <a:endParaRPr lang="de-AT" sz="2000" dirty="0">
                        <a:solidFill>
                          <a:schemeClr val="bg1"/>
                        </a:solidFill>
                      </a:endParaRPr>
                    </a:p>
                  </a:txBody>
                  <a:tcPr anchor="ctr">
                    <a:solidFill>
                      <a:schemeClr val="accent1"/>
                    </a:solidFill>
                  </a:tcPr>
                </a:tc>
                <a:tc>
                  <a:txBody>
                    <a:bodyPr/>
                    <a:lstStyle/>
                    <a:p>
                      <a:pPr algn="ctr"/>
                      <a:r>
                        <a:rPr lang="de-AT" sz="2000" dirty="0" smtClean="0"/>
                        <a:t>niedriger</a:t>
                      </a:r>
                      <a:endParaRPr lang="de-AT" sz="2000" dirty="0"/>
                    </a:p>
                  </a:txBody>
                  <a:tcPr anchor="ctr"/>
                </a:tc>
                <a:tc>
                  <a:txBody>
                    <a:bodyPr/>
                    <a:lstStyle/>
                    <a:p>
                      <a:pPr algn="ctr"/>
                      <a:r>
                        <a:rPr lang="de-AT" sz="2000" dirty="0" smtClean="0"/>
                        <a:t>Höher bei ausreichend Trainingsdaten</a:t>
                      </a:r>
                      <a:endParaRPr lang="de-AT" sz="2000" dirty="0"/>
                    </a:p>
                  </a:txBody>
                  <a:tcPr anchor="ctr"/>
                </a:tc>
              </a:tr>
              <a:tr h="370840">
                <a:tc>
                  <a:txBody>
                    <a:bodyPr/>
                    <a:lstStyle/>
                    <a:p>
                      <a:pPr algn="ctr"/>
                      <a:r>
                        <a:rPr lang="de-AT" sz="2000" dirty="0" smtClean="0">
                          <a:solidFill>
                            <a:schemeClr val="bg1"/>
                          </a:solidFill>
                        </a:rPr>
                        <a:t>Hardwareanforderungen</a:t>
                      </a:r>
                      <a:endParaRPr lang="de-AT" sz="2000" dirty="0">
                        <a:solidFill>
                          <a:schemeClr val="bg1"/>
                        </a:solidFill>
                      </a:endParaRPr>
                    </a:p>
                  </a:txBody>
                  <a:tcPr anchor="ctr">
                    <a:solidFill>
                      <a:schemeClr val="accent1"/>
                    </a:solidFill>
                  </a:tcPr>
                </a:tc>
                <a:tc>
                  <a:txBody>
                    <a:bodyPr/>
                    <a:lstStyle/>
                    <a:p>
                      <a:pPr algn="ctr"/>
                      <a:r>
                        <a:rPr lang="de-AT" sz="2000" dirty="0" smtClean="0"/>
                        <a:t>gering</a:t>
                      </a:r>
                      <a:endParaRPr lang="de-AT" sz="2000" dirty="0"/>
                    </a:p>
                  </a:txBody>
                  <a:tcPr anchor="ctr"/>
                </a:tc>
                <a:tc>
                  <a:txBody>
                    <a:bodyPr/>
                    <a:lstStyle/>
                    <a:p>
                      <a:pPr algn="ctr"/>
                      <a:r>
                        <a:rPr lang="de-AT" sz="2000" dirty="0" smtClean="0"/>
                        <a:t>GPU für schnelleres Training notwendig</a:t>
                      </a:r>
                      <a:endParaRPr lang="de-AT" sz="2000" dirty="0"/>
                    </a:p>
                  </a:txBody>
                  <a:tcPr anchor="ctr"/>
                </a:tc>
              </a:tr>
            </a:tbl>
          </a:graphicData>
        </a:graphic>
      </p:graphicFrame>
      <p:pic>
        <p:nvPicPr>
          <p:cNvPr id="5" name="Grafik 4">
            <a:extLst>
              <a:ext uri="{FF2B5EF4-FFF2-40B4-BE49-F238E27FC236}">
                <a16:creationId xmlns="" xmlns:a16="http://schemas.microsoft.com/office/drawing/2014/main" id="{37B6EBDA-819E-AC1C-75EA-476C9AF2B02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3101" y="128588"/>
            <a:ext cx="964703" cy="964703"/>
          </a:xfrm>
          <a:prstGeom prst="rect">
            <a:avLst/>
          </a:prstGeom>
        </p:spPr>
      </p:pic>
    </p:spTree>
    <p:extLst>
      <p:ext uri="{BB962C8B-B14F-4D97-AF65-F5344CB8AC3E}">
        <p14:creationId xmlns:p14="http://schemas.microsoft.com/office/powerpoint/2010/main" val="17112371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83A611A-04FA-6FD0-8E43-5731C532487A}"/>
            </a:ext>
          </a:extLst>
        </p:cNvPr>
        <p:cNvGrpSpPr/>
        <p:nvPr/>
      </p:nvGrpSpPr>
      <p:grpSpPr>
        <a:xfrm>
          <a:off x="0" y="0"/>
          <a:ext cx="0" cy="0"/>
          <a:chOff x="0" y="0"/>
          <a:chExt cx="0" cy="0"/>
        </a:xfrm>
      </p:grpSpPr>
      <p:sp>
        <p:nvSpPr>
          <p:cNvPr id="2" name="Titel 1">
            <a:extLst>
              <a:ext uri="{FF2B5EF4-FFF2-40B4-BE49-F238E27FC236}">
                <a16:creationId xmlns="" xmlns:a16="http://schemas.microsoft.com/office/drawing/2014/main" id="{FF01CB91-F6B9-8A6C-D9C1-574CF5BA7043}"/>
              </a:ext>
            </a:extLst>
          </p:cNvPr>
          <p:cNvSpPr>
            <a:spLocks noGrp="1"/>
          </p:cNvSpPr>
          <p:nvPr>
            <p:ph type="title"/>
          </p:nvPr>
        </p:nvSpPr>
        <p:spPr/>
        <p:txBody>
          <a:bodyPr/>
          <a:lstStyle/>
          <a:p>
            <a:r>
              <a:rPr lang="de-AT" dirty="0"/>
              <a:t>Implementation </a:t>
            </a:r>
            <a:r>
              <a:rPr lang="de-AT" dirty="0" smtClean="0"/>
              <a:t>Details: Naive </a:t>
            </a:r>
            <a:r>
              <a:rPr lang="de-AT" dirty="0" err="1" smtClean="0"/>
              <a:t>Bayes</a:t>
            </a:r>
            <a:endParaRPr lang="de-AT" dirty="0"/>
          </a:p>
        </p:txBody>
      </p:sp>
      <p:sp>
        <p:nvSpPr>
          <p:cNvPr id="3" name="Inhaltsplatzhalter 2">
            <a:extLst>
              <a:ext uri="{FF2B5EF4-FFF2-40B4-BE49-F238E27FC236}">
                <a16:creationId xmlns="" xmlns:a16="http://schemas.microsoft.com/office/drawing/2014/main" id="{810B705E-4EF4-863D-0526-A16ED8227C9A}"/>
              </a:ext>
            </a:extLst>
          </p:cNvPr>
          <p:cNvSpPr>
            <a:spLocks noGrp="1"/>
          </p:cNvSpPr>
          <p:nvPr>
            <p:ph idx="1"/>
          </p:nvPr>
        </p:nvSpPr>
        <p:spPr/>
        <p:txBody>
          <a:bodyPr>
            <a:normAutofit lnSpcReduction="10000"/>
          </a:bodyPr>
          <a:lstStyle/>
          <a:p>
            <a:r>
              <a:rPr lang="de-AT" dirty="0" smtClean="0"/>
              <a:t>Datenaufbereitung</a:t>
            </a:r>
          </a:p>
          <a:p>
            <a:pPr lvl="1"/>
            <a:r>
              <a:rPr lang="de-AT" dirty="0" smtClean="0"/>
              <a:t>Extraktion von Titel &amp; Beschreibung</a:t>
            </a:r>
          </a:p>
          <a:p>
            <a:pPr lvl="1"/>
            <a:r>
              <a:rPr lang="de-DE" dirty="0"/>
              <a:t>Entfernen von HTML-Artefakten &amp; Agenturnamen (AP, AFP, Reuters</a:t>
            </a:r>
            <a:r>
              <a:rPr lang="de-DE" dirty="0" smtClean="0"/>
              <a:t>)</a:t>
            </a:r>
          </a:p>
          <a:p>
            <a:r>
              <a:rPr lang="de-AT" dirty="0" smtClean="0"/>
              <a:t>TF-IDF </a:t>
            </a:r>
            <a:r>
              <a:rPr lang="de-AT" dirty="0" err="1" smtClean="0"/>
              <a:t>Vektorisierung</a:t>
            </a:r>
            <a:endParaRPr lang="de-AT" dirty="0"/>
          </a:p>
          <a:p>
            <a:pPr lvl="1"/>
            <a:r>
              <a:rPr lang="de-AT" dirty="0" err="1" smtClean="0"/>
              <a:t>max_features</a:t>
            </a:r>
            <a:r>
              <a:rPr lang="de-AT" dirty="0" smtClean="0"/>
              <a:t>=20000 (</a:t>
            </a:r>
            <a:r>
              <a:rPr lang="de-DE" dirty="0" smtClean="0"/>
              <a:t>Begrenzung </a:t>
            </a:r>
            <a:r>
              <a:rPr lang="de-DE" dirty="0"/>
              <a:t>auf die 20.000 </a:t>
            </a:r>
            <a:r>
              <a:rPr lang="de-DE" dirty="0" smtClean="0"/>
              <a:t>häufigsten Token)</a:t>
            </a:r>
          </a:p>
          <a:p>
            <a:pPr lvl="1"/>
            <a:r>
              <a:rPr lang="de-DE" dirty="0" err="1"/>
              <a:t>ngram_range</a:t>
            </a:r>
            <a:r>
              <a:rPr lang="de-DE" dirty="0"/>
              <a:t>=(1, 2</a:t>
            </a:r>
            <a:r>
              <a:rPr lang="de-DE" dirty="0" smtClean="0"/>
              <a:t>) (Verwendung von Unigrammen und </a:t>
            </a:r>
            <a:r>
              <a:rPr lang="de-DE" dirty="0" err="1" smtClean="0"/>
              <a:t>Bigrammen</a:t>
            </a:r>
            <a:r>
              <a:rPr lang="de-DE" dirty="0" smtClean="0"/>
              <a:t>)</a:t>
            </a:r>
          </a:p>
          <a:p>
            <a:pPr lvl="1"/>
            <a:r>
              <a:rPr lang="de-DE" dirty="0" err="1" smtClean="0"/>
              <a:t>Stop_words</a:t>
            </a:r>
            <a:r>
              <a:rPr lang="de-DE" dirty="0" smtClean="0"/>
              <a:t> = „</a:t>
            </a:r>
            <a:r>
              <a:rPr lang="de-DE" dirty="0" err="1" smtClean="0"/>
              <a:t>english</a:t>
            </a:r>
            <a:r>
              <a:rPr lang="de-DE" dirty="0" smtClean="0"/>
              <a:t>“ (entfernt häufige Funktionswörter)</a:t>
            </a:r>
          </a:p>
          <a:p>
            <a:r>
              <a:rPr lang="de-DE" dirty="0" smtClean="0"/>
              <a:t>Modell: </a:t>
            </a:r>
            <a:r>
              <a:rPr lang="de-DE" dirty="0" err="1" smtClean="0"/>
              <a:t>Multinomial</a:t>
            </a:r>
            <a:r>
              <a:rPr lang="de-DE" dirty="0" smtClean="0"/>
              <a:t> Naive </a:t>
            </a:r>
            <a:r>
              <a:rPr lang="de-DE" dirty="0" err="1" smtClean="0"/>
              <a:t>Bayes</a:t>
            </a:r>
            <a:endParaRPr lang="de-DE" dirty="0" smtClean="0"/>
          </a:p>
          <a:p>
            <a:pPr lvl="1"/>
            <a:endParaRPr lang="de-AT" dirty="0"/>
          </a:p>
        </p:txBody>
      </p:sp>
      <p:pic>
        <p:nvPicPr>
          <p:cNvPr id="6" name="Grafik 5">
            <a:extLst>
              <a:ext uri="{FF2B5EF4-FFF2-40B4-BE49-F238E27FC236}">
                <a16:creationId xmlns="" xmlns:a16="http://schemas.microsoft.com/office/drawing/2014/main" id="{7260CABF-D7C4-6C35-D67A-6AC693A2487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3101" y="128588"/>
            <a:ext cx="964703" cy="964703"/>
          </a:xfrm>
          <a:prstGeom prst="rect">
            <a:avLst/>
          </a:prstGeom>
        </p:spPr>
      </p:pic>
    </p:spTree>
    <p:extLst>
      <p:ext uri="{BB962C8B-B14F-4D97-AF65-F5344CB8AC3E}">
        <p14:creationId xmlns:p14="http://schemas.microsoft.com/office/powerpoint/2010/main" val="9565493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83A611A-04FA-6FD0-8E43-5731C532487A}"/>
            </a:ext>
          </a:extLst>
        </p:cNvPr>
        <p:cNvGrpSpPr/>
        <p:nvPr/>
      </p:nvGrpSpPr>
      <p:grpSpPr>
        <a:xfrm>
          <a:off x="0" y="0"/>
          <a:ext cx="0" cy="0"/>
          <a:chOff x="0" y="0"/>
          <a:chExt cx="0" cy="0"/>
        </a:xfrm>
      </p:grpSpPr>
      <p:sp>
        <p:nvSpPr>
          <p:cNvPr id="2" name="Titel 1">
            <a:extLst>
              <a:ext uri="{FF2B5EF4-FFF2-40B4-BE49-F238E27FC236}">
                <a16:creationId xmlns="" xmlns:a16="http://schemas.microsoft.com/office/drawing/2014/main" id="{FF01CB91-F6B9-8A6C-D9C1-574CF5BA7043}"/>
              </a:ext>
            </a:extLst>
          </p:cNvPr>
          <p:cNvSpPr>
            <a:spLocks noGrp="1"/>
          </p:cNvSpPr>
          <p:nvPr>
            <p:ph type="title"/>
          </p:nvPr>
        </p:nvSpPr>
        <p:spPr/>
        <p:txBody>
          <a:bodyPr/>
          <a:lstStyle/>
          <a:p>
            <a:r>
              <a:rPr lang="de-AT" dirty="0"/>
              <a:t>Implementation </a:t>
            </a:r>
            <a:r>
              <a:rPr lang="de-AT" dirty="0" smtClean="0"/>
              <a:t>Details: LSTM</a:t>
            </a:r>
            <a:endParaRPr lang="de-AT" dirty="0"/>
          </a:p>
        </p:txBody>
      </p:sp>
      <p:sp>
        <p:nvSpPr>
          <p:cNvPr id="3" name="Inhaltsplatzhalter 2">
            <a:extLst>
              <a:ext uri="{FF2B5EF4-FFF2-40B4-BE49-F238E27FC236}">
                <a16:creationId xmlns="" xmlns:a16="http://schemas.microsoft.com/office/drawing/2014/main" id="{810B705E-4EF4-863D-0526-A16ED8227C9A}"/>
              </a:ext>
            </a:extLst>
          </p:cNvPr>
          <p:cNvSpPr>
            <a:spLocks noGrp="1"/>
          </p:cNvSpPr>
          <p:nvPr>
            <p:ph idx="1"/>
          </p:nvPr>
        </p:nvSpPr>
        <p:spPr/>
        <p:txBody>
          <a:bodyPr>
            <a:normAutofit lnSpcReduction="10000"/>
          </a:bodyPr>
          <a:lstStyle/>
          <a:p>
            <a:r>
              <a:rPr lang="de-AT" dirty="0" smtClean="0"/>
              <a:t>Datenaufbereitung</a:t>
            </a:r>
          </a:p>
          <a:p>
            <a:pPr lvl="1"/>
            <a:r>
              <a:rPr lang="de-AT" dirty="0" err="1" smtClean="0"/>
              <a:t>Tokenizer</a:t>
            </a:r>
            <a:r>
              <a:rPr lang="de-AT" dirty="0" smtClean="0"/>
              <a:t>: Wörterbuch aller Wörter erstellen</a:t>
            </a:r>
          </a:p>
          <a:p>
            <a:pPr lvl="2"/>
            <a:r>
              <a:rPr lang="de-AT" dirty="0" smtClean="0"/>
              <a:t>Z.B. „Ich gehe spazieren“ -&gt; [12, 13, 64, 34]</a:t>
            </a:r>
          </a:p>
          <a:p>
            <a:pPr lvl="1"/>
            <a:r>
              <a:rPr lang="de-AT" dirty="0" err="1" smtClean="0"/>
              <a:t>Padding</a:t>
            </a:r>
            <a:r>
              <a:rPr lang="de-AT" dirty="0" smtClean="0"/>
              <a:t>: Alles Texte auf gleiche Länge bringen</a:t>
            </a:r>
          </a:p>
          <a:p>
            <a:pPr lvl="2"/>
            <a:r>
              <a:rPr lang="de-AT" dirty="0" smtClean="0"/>
              <a:t>Z.B.</a:t>
            </a:r>
            <a:r>
              <a:rPr lang="de-AT" dirty="0"/>
              <a:t> [12, 13, 64, </a:t>
            </a:r>
            <a:r>
              <a:rPr lang="de-AT" dirty="0" smtClean="0"/>
              <a:t>34, 0, 0, 0]</a:t>
            </a:r>
          </a:p>
          <a:p>
            <a:r>
              <a:rPr lang="de-AT" dirty="0" smtClean="0"/>
              <a:t>Embedding Layer</a:t>
            </a:r>
          </a:p>
          <a:p>
            <a:pPr lvl="1"/>
            <a:r>
              <a:rPr lang="de-AT" dirty="0" smtClean="0"/>
              <a:t>Wort-</a:t>
            </a:r>
            <a:r>
              <a:rPr lang="de-AT" dirty="0" err="1" smtClean="0"/>
              <a:t>ID‘s</a:t>
            </a:r>
            <a:r>
              <a:rPr lang="de-AT" dirty="0" smtClean="0"/>
              <a:t> werden zu Vektoren umgewandelt</a:t>
            </a:r>
          </a:p>
          <a:p>
            <a:pPr lvl="1"/>
            <a:r>
              <a:rPr lang="de-AT" dirty="0" smtClean="0"/>
              <a:t>Hyperparameter: 64 Dimensionen</a:t>
            </a:r>
          </a:p>
          <a:p>
            <a:r>
              <a:rPr lang="de-AT" dirty="0" err="1" smtClean="0"/>
              <a:t>Bidrirectional</a:t>
            </a:r>
            <a:r>
              <a:rPr lang="de-AT" dirty="0" smtClean="0"/>
              <a:t> LSTM Layer</a:t>
            </a:r>
          </a:p>
          <a:p>
            <a:r>
              <a:rPr lang="de-AT" dirty="0" err="1" smtClean="0"/>
              <a:t>Dense</a:t>
            </a:r>
            <a:r>
              <a:rPr lang="de-AT" dirty="0" smtClean="0"/>
              <a:t> </a:t>
            </a:r>
            <a:r>
              <a:rPr lang="de-AT" dirty="0" err="1" smtClean="0"/>
              <a:t>Softmax</a:t>
            </a:r>
            <a:r>
              <a:rPr lang="de-AT" dirty="0" smtClean="0"/>
              <a:t> Layer (mit 4 Ausgängen)</a:t>
            </a:r>
          </a:p>
          <a:p>
            <a:r>
              <a:rPr lang="de-AT" dirty="0" smtClean="0"/>
              <a:t>Training mit </a:t>
            </a:r>
            <a:r>
              <a:rPr lang="de-AT" dirty="0" err="1" smtClean="0"/>
              <a:t>early</a:t>
            </a:r>
            <a:r>
              <a:rPr lang="de-AT" dirty="0" smtClean="0"/>
              <a:t> </a:t>
            </a:r>
            <a:r>
              <a:rPr lang="de-AT" dirty="0" err="1" smtClean="0"/>
              <a:t>stop</a:t>
            </a:r>
            <a:r>
              <a:rPr lang="de-AT" dirty="0" smtClean="0"/>
              <a:t> -&gt; </a:t>
            </a:r>
            <a:r>
              <a:rPr lang="de-AT" dirty="0" err="1" smtClean="0"/>
              <a:t>overfitting</a:t>
            </a:r>
            <a:endParaRPr lang="de-AT" dirty="0"/>
          </a:p>
          <a:p>
            <a:pPr lvl="2"/>
            <a:endParaRPr lang="de-DE" dirty="0" smtClean="0"/>
          </a:p>
          <a:p>
            <a:pPr lvl="1"/>
            <a:endParaRPr lang="de-AT" dirty="0"/>
          </a:p>
        </p:txBody>
      </p:sp>
      <p:pic>
        <p:nvPicPr>
          <p:cNvPr id="6" name="Grafik 5">
            <a:extLst>
              <a:ext uri="{FF2B5EF4-FFF2-40B4-BE49-F238E27FC236}">
                <a16:creationId xmlns="" xmlns:a16="http://schemas.microsoft.com/office/drawing/2014/main" id="{7260CABF-D7C4-6C35-D67A-6AC693A2487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3101" y="128588"/>
            <a:ext cx="964703" cy="964703"/>
          </a:xfrm>
          <a:prstGeom prst="rect">
            <a:avLst/>
          </a:prstGeom>
        </p:spPr>
      </p:pic>
    </p:spTree>
    <p:extLst>
      <p:ext uri="{BB962C8B-B14F-4D97-AF65-F5344CB8AC3E}">
        <p14:creationId xmlns:p14="http://schemas.microsoft.com/office/powerpoint/2010/main" val="40962031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 xmlns:a16="http://schemas.microsoft.com/office/drawing/2014/main" id="{DFBFC960-A472-5AED-BB39-0BB7F32CCDC4}"/>
              </a:ext>
            </a:extLst>
          </p:cNvPr>
          <p:cNvSpPr>
            <a:spLocks noGrp="1"/>
          </p:cNvSpPr>
          <p:nvPr>
            <p:ph type="title"/>
          </p:nvPr>
        </p:nvSpPr>
        <p:spPr/>
        <p:txBody>
          <a:bodyPr/>
          <a:lstStyle/>
          <a:p>
            <a:r>
              <a:rPr lang="de-AT" dirty="0" err="1"/>
              <a:t>Results</a:t>
            </a:r>
            <a:r>
              <a:rPr lang="de-AT" dirty="0"/>
              <a:t> and Evaluation – Naive Bayes</a:t>
            </a:r>
          </a:p>
        </p:txBody>
      </p:sp>
      <p:sp>
        <p:nvSpPr>
          <p:cNvPr id="3" name="Inhaltsplatzhalter 2">
            <a:extLst>
              <a:ext uri="{FF2B5EF4-FFF2-40B4-BE49-F238E27FC236}">
                <a16:creationId xmlns="" xmlns:a16="http://schemas.microsoft.com/office/drawing/2014/main" id="{2FCC4535-6799-9B3F-0244-018D34C3DD7B}"/>
              </a:ext>
            </a:extLst>
          </p:cNvPr>
          <p:cNvSpPr>
            <a:spLocks noGrp="1"/>
          </p:cNvSpPr>
          <p:nvPr>
            <p:ph idx="1"/>
          </p:nvPr>
        </p:nvSpPr>
        <p:spPr/>
        <p:txBody>
          <a:bodyPr/>
          <a:lstStyle/>
          <a:p>
            <a:pPr lvl="1"/>
            <a:endParaRPr lang="de-DE" dirty="0"/>
          </a:p>
          <a:p>
            <a:pPr marL="457200" lvl="1" indent="0">
              <a:buNone/>
            </a:pPr>
            <a:endParaRPr lang="de-DE" dirty="0">
              <a:sym typeface="Wingdings" panose="05000000000000000000" pitchFamily="2" charset="2"/>
            </a:endParaRPr>
          </a:p>
          <a:p>
            <a:pPr marL="457200" lvl="1" indent="0">
              <a:buNone/>
            </a:pPr>
            <a:endParaRPr lang="de-DE" sz="3200" dirty="0">
              <a:sym typeface="Wingdings" panose="05000000000000000000" pitchFamily="2" charset="2"/>
            </a:endParaRPr>
          </a:p>
          <a:p>
            <a:pPr marL="457200" lvl="1" indent="0">
              <a:buNone/>
            </a:pPr>
            <a:endParaRPr lang="de-AT" sz="4400" dirty="0"/>
          </a:p>
        </p:txBody>
      </p:sp>
      <p:pic>
        <p:nvPicPr>
          <p:cNvPr id="5" name="Grafik 4">
            <a:extLst>
              <a:ext uri="{FF2B5EF4-FFF2-40B4-BE49-F238E27FC236}">
                <a16:creationId xmlns="" xmlns:a16="http://schemas.microsoft.com/office/drawing/2014/main" id="{BDB65598-5333-A3B2-1698-9BD718B6F754}"/>
              </a:ext>
            </a:extLst>
          </p:cNvPr>
          <p:cNvPicPr>
            <a:picLocks noChangeAspect="1"/>
          </p:cNvPicPr>
          <p:nvPr/>
        </p:nvPicPr>
        <p:blipFill>
          <a:blip r:embed="rId2"/>
          <a:stretch>
            <a:fillRect/>
          </a:stretch>
        </p:blipFill>
        <p:spPr>
          <a:xfrm>
            <a:off x="6096000" y="1542618"/>
            <a:ext cx="6096000" cy="4572000"/>
          </a:xfrm>
          <a:prstGeom prst="rect">
            <a:avLst/>
          </a:prstGeom>
        </p:spPr>
      </p:pic>
      <p:pic>
        <p:nvPicPr>
          <p:cNvPr id="9" name="Grafik 8">
            <a:extLst>
              <a:ext uri="{FF2B5EF4-FFF2-40B4-BE49-F238E27FC236}">
                <a16:creationId xmlns="" xmlns:a16="http://schemas.microsoft.com/office/drawing/2014/main" id="{E95367B7-645D-482E-03FE-ECF8EDCE6FF4}"/>
              </a:ext>
            </a:extLst>
          </p:cNvPr>
          <p:cNvPicPr>
            <a:picLocks noChangeAspect="1"/>
          </p:cNvPicPr>
          <p:nvPr/>
        </p:nvPicPr>
        <p:blipFill>
          <a:blip r:embed="rId3"/>
          <a:stretch>
            <a:fillRect/>
          </a:stretch>
        </p:blipFill>
        <p:spPr>
          <a:xfrm>
            <a:off x="720617" y="2002848"/>
            <a:ext cx="5186580" cy="3651539"/>
          </a:xfrm>
          <a:prstGeom prst="rect">
            <a:avLst/>
          </a:prstGeom>
        </p:spPr>
      </p:pic>
    </p:spTree>
    <p:extLst>
      <p:ext uri="{BB962C8B-B14F-4D97-AF65-F5344CB8AC3E}">
        <p14:creationId xmlns:p14="http://schemas.microsoft.com/office/powerpoint/2010/main" val="21091231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E6FC239-FF30-90BA-1650-7E2955B4E23A}"/>
            </a:ext>
          </a:extLst>
        </p:cNvPr>
        <p:cNvGrpSpPr/>
        <p:nvPr/>
      </p:nvGrpSpPr>
      <p:grpSpPr>
        <a:xfrm>
          <a:off x="0" y="0"/>
          <a:ext cx="0" cy="0"/>
          <a:chOff x="0" y="0"/>
          <a:chExt cx="0" cy="0"/>
        </a:xfrm>
      </p:grpSpPr>
      <p:sp>
        <p:nvSpPr>
          <p:cNvPr id="2" name="Titel 1">
            <a:extLst>
              <a:ext uri="{FF2B5EF4-FFF2-40B4-BE49-F238E27FC236}">
                <a16:creationId xmlns="" xmlns:a16="http://schemas.microsoft.com/office/drawing/2014/main" id="{8B41D93F-8FA3-42D5-54EC-75FDE293E9F6}"/>
              </a:ext>
            </a:extLst>
          </p:cNvPr>
          <p:cNvSpPr>
            <a:spLocks noGrp="1"/>
          </p:cNvSpPr>
          <p:nvPr>
            <p:ph type="title"/>
          </p:nvPr>
        </p:nvSpPr>
        <p:spPr/>
        <p:txBody>
          <a:bodyPr/>
          <a:lstStyle/>
          <a:p>
            <a:r>
              <a:rPr lang="de-AT" dirty="0" err="1"/>
              <a:t>Results</a:t>
            </a:r>
            <a:r>
              <a:rPr lang="de-AT" dirty="0"/>
              <a:t> and Evaluation – Naive Bayes</a:t>
            </a:r>
          </a:p>
        </p:txBody>
      </p:sp>
      <p:sp>
        <p:nvSpPr>
          <p:cNvPr id="3" name="Inhaltsplatzhalter 2">
            <a:extLst>
              <a:ext uri="{FF2B5EF4-FFF2-40B4-BE49-F238E27FC236}">
                <a16:creationId xmlns="" xmlns:a16="http://schemas.microsoft.com/office/drawing/2014/main" id="{7632885E-86B8-E5B6-A38A-626250A1B185}"/>
              </a:ext>
            </a:extLst>
          </p:cNvPr>
          <p:cNvSpPr>
            <a:spLocks noGrp="1"/>
          </p:cNvSpPr>
          <p:nvPr>
            <p:ph idx="1"/>
          </p:nvPr>
        </p:nvSpPr>
        <p:spPr/>
        <p:txBody>
          <a:bodyPr/>
          <a:lstStyle/>
          <a:p>
            <a:pPr lvl="1"/>
            <a:endParaRPr lang="de-DE" dirty="0"/>
          </a:p>
          <a:p>
            <a:pPr marL="457200" lvl="1" indent="0">
              <a:buNone/>
            </a:pPr>
            <a:endParaRPr lang="de-DE" dirty="0">
              <a:sym typeface="Wingdings" panose="05000000000000000000" pitchFamily="2" charset="2"/>
            </a:endParaRPr>
          </a:p>
          <a:p>
            <a:pPr marL="457200" lvl="1" indent="0">
              <a:buNone/>
            </a:pPr>
            <a:endParaRPr lang="de-DE" sz="3200" dirty="0">
              <a:sym typeface="Wingdings" panose="05000000000000000000" pitchFamily="2" charset="2"/>
            </a:endParaRPr>
          </a:p>
          <a:p>
            <a:pPr marL="457200" lvl="1" indent="0">
              <a:buNone/>
            </a:pPr>
            <a:endParaRPr lang="de-AT" sz="4400" dirty="0"/>
          </a:p>
        </p:txBody>
      </p:sp>
      <p:pic>
        <p:nvPicPr>
          <p:cNvPr id="6" name="Grafik 5">
            <a:extLst>
              <a:ext uri="{FF2B5EF4-FFF2-40B4-BE49-F238E27FC236}">
                <a16:creationId xmlns="" xmlns:a16="http://schemas.microsoft.com/office/drawing/2014/main" id="{A54953AD-AB17-0A2C-0AAA-D98B376D89C2}"/>
              </a:ext>
            </a:extLst>
          </p:cNvPr>
          <p:cNvPicPr>
            <a:picLocks noChangeAspect="1"/>
          </p:cNvPicPr>
          <p:nvPr/>
        </p:nvPicPr>
        <p:blipFill>
          <a:blip r:embed="rId2"/>
          <a:stretch>
            <a:fillRect/>
          </a:stretch>
        </p:blipFill>
        <p:spPr>
          <a:xfrm>
            <a:off x="147782" y="1604963"/>
            <a:ext cx="6096000" cy="4572000"/>
          </a:xfrm>
          <a:prstGeom prst="rect">
            <a:avLst/>
          </a:prstGeom>
        </p:spPr>
      </p:pic>
      <p:pic>
        <p:nvPicPr>
          <p:cNvPr id="8" name="Grafik 7">
            <a:extLst>
              <a:ext uri="{FF2B5EF4-FFF2-40B4-BE49-F238E27FC236}">
                <a16:creationId xmlns="" xmlns:a16="http://schemas.microsoft.com/office/drawing/2014/main" id="{C6C8A158-4141-5777-967B-D4FDFFC27C84}"/>
              </a:ext>
            </a:extLst>
          </p:cNvPr>
          <p:cNvPicPr>
            <a:picLocks noChangeAspect="1"/>
          </p:cNvPicPr>
          <p:nvPr/>
        </p:nvPicPr>
        <p:blipFill>
          <a:blip r:embed="rId3"/>
          <a:stretch>
            <a:fillRect/>
          </a:stretch>
        </p:blipFill>
        <p:spPr>
          <a:xfrm>
            <a:off x="5818909" y="1604963"/>
            <a:ext cx="6096000" cy="4572000"/>
          </a:xfrm>
          <a:prstGeom prst="rect">
            <a:avLst/>
          </a:prstGeom>
        </p:spPr>
      </p:pic>
    </p:spTree>
    <p:extLst>
      <p:ext uri="{BB962C8B-B14F-4D97-AF65-F5344CB8AC3E}">
        <p14:creationId xmlns:p14="http://schemas.microsoft.com/office/powerpoint/2010/main" val="3104651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05B87EB-9ACF-5813-D319-3BB9BA38428A}"/>
            </a:ext>
          </a:extLst>
        </p:cNvPr>
        <p:cNvGrpSpPr/>
        <p:nvPr/>
      </p:nvGrpSpPr>
      <p:grpSpPr>
        <a:xfrm>
          <a:off x="0" y="0"/>
          <a:ext cx="0" cy="0"/>
          <a:chOff x="0" y="0"/>
          <a:chExt cx="0" cy="0"/>
        </a:xfrm>
      </p:grpSpPr>
      <p:sp>
        <p:nvSpPr>
          <p:cNvPr id="2" name="Titel 1">
            <a:extLst>
              <a:ext uri="{FF2B5EF4-FFF2-40B4-BE49-F238E27FC236}">
                <a16:creationId xmlns="" xmlns:a16="http://schemas.microsoft.com/office/drawing/2014/main" id="{CA25C378-18A2-F34A-89DC-88EB93A80956}"/>
              </a:ext>
            </a:extLst>
          </p:cNvPr>
          <p:cNvSpPr>
            <a:spLocks noGrp="1"/>
          </p:cNvSpPr>
          <p:nvPr>
            <p:ph type="title"/>
          </p:nvPr>
        </p:nvSpPr>
        <p:spPr/>
        <p:txBody>
          <a:bodyPr/>
          <a:lstStyle/>
          <a:p>
            <a:r>
              <a:rPr lang="de-AT" dirty="0" err="1"/>
              <a:t>Results</a:t>
            </a:r>
            <a:r>
              <a:rPr lang="de-AT" dirty="0"/>
              <a:t> and Evaluation – LSTM</a:t>
            </a:r>
          </a:p>
        </p:txBody>
      </p:sp>
      <p:sp>
        <p:nvSpPr>
          <p:cNvPr id="3" name="Inhaltsplatzhalter 2">
            <a:extLst>
              <a:ext uri="{FF2B5EF4-FFF2-40B4-BE49-F238E27FC236}">
                <a16:creationId xmlns="" xmlns:a16="http://schemas.microsoft.com/office/drawing/2014/main" id="{224FAE38-6D4A-551E-A728-5E4C855F4E7E}"/>
              </a:ext>
            </a:extLst>
          </p:cNvPr>
          <p:cNvSpPr>
            <a:spLocks noGrp="1"/>
          </p:cNvSpPr>
          <p:nvPr>
            <p:ph idx="1"/>
          </p:nvPr>
        </p:nvSpPr>
        <p:spPr/>
        <p:txBody>
          <a:bodyPr/>
          <a:lstStyle/>
          <a:p>
            <a:pPr lvl="1"/>
            <a:endParaRPr lang="de-DE" dirty="0"/>
          </a:p>
          <a:p>
            <a:pPr marL="457200" lvl="1" indent="0">
              <a:buNone/>
            </a:pPr>
            <a:endParaRPr lang="de-DE" dirty="0">
              <a:sym typeface="Wingdings" panose="05000000000000000000" pitchFamily="2" charset="2"/>
            </a:endParaRPr>
          </a:p>
          <a:p>
            <a:pPr marL="457200" lvl="1" indent="0">
              <a:buNone/>
            </a:pPr>
            <a:endParaRPr lang="de-DE" sz="3200" dirty="0">
              <a:sym typeface="Wingdings" panose="05000000000000000000" pitchFamily="2" charset="2"/>
            </a:endParaRPr>
          </a:p>
          <a:p>
            <a:pPr marL="457200" lvl="1" indent="0">
              <a:buNone/>
            </a:pPr>
            <a:endParaRPr lang="de-AT" sz="4400" dirty="0"/>
          </a:p>
        </p:txBody>
      </p:sp>
      <p:pic>
        <p:nvPicPr>
          <p:cNvPr id="5" name="Grafik 4">
            <a:extLst>
              <a:ext uri="{FF2B5EF4-FFF2-40B4-BE49-F238E27FC236}">
                <a16:creationId xmlns="" xmlns:a16="http://schemas.microsoft.com/office/drawing/2014/main" id="{9897429C-A752-0260-CD93-E0115B7F07FB}"/>
              </a:ext>
            </a:extLst>
          </p:cNvPr>
          <p:cNvPicPr>
            <a:picLocks noChangeAspect="1"/>
          </p:cNvPicPr>
          <p:nvPr/>
        </p:nvPicPr>
        <p:blipFill>
          <a:blip r:embed="rId2"/>
          <a:stretch>
            <a:fillRect/>
          </a:stretch>
        </p:blipFill>
        <p:spPr>
          <a:xfrm>
            <a:off x="385618" y="2025283"/>
            <a:ext cx="5355021" cy="3728971"/>
          </a:xfrm>
          <a:prstGeom prst="rect">
            <a:avLst/>
          </a:prstGeom>
        </p:spPr>
      </p:pic>
      <p:pic>
        <p:nvPicPr>
          <p:cNvPr id="7" name="Grafik 6">
            <a:extLst>
              <a:ext uri="{FF2B5EF4-FFF2-40B4-BE49-F238E27FC236}">
                <a16:creationId xmlns="" xmlns:a16="http://schemas.microsoft.com/office/drawing/2014/main" id="{35BC9CE8-472A-42DD-ECD9-7028D9064F5E}"/>
              </a:ext>
            </a:extLst>
          </p:cNvPr>
          <p:cNvPicPr>
            <a:picLocks noChangeAspect="1"/>
          </p:cNvPicPr>
          <p:nvPr/>
        </p:nvPicPr>
        <p:blipFill>
          <a:blip r:embed="rId3"/>
          <a:stretch>
            <a:fillRect/>
          </a:stretch>
        </p:blipFill>
        <p:spPr>
          <a:xfrm>
            <a:off x="6096000" y="1603768"/>
            <a:ext cx="6096000" cy="4572000"/>
          </a:xfrm>
          <a:prstGeom prst="rect">
            <a:avLst/>
          </a:prstGeom>
        </p:spPr>
      </p:pic>
    </p:spTree>
    <p:extLst>
      <p:ext uri="{BB962C8B-B14F-4D97-AF65-F5344CB8AC3E}">
        <p14:creationId xmlns:p14="http://schemas.microsoft.com/office/powerpoint/2010/main" val="1046065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8451686-8BBC-09DF-E1D2-740284BA7FFA}"/>
            </a:ext>
          </a:extLst>
        </p:cNvPr>
        <p:cNvGrpSpPr/>
        <p:nvPr/>
      </p:nvGrpSpPr>
      <p:grpSpPr>
        <a:xfrm>
          <a:off x="0" y="0"/>
          <a:ext cx="0" cy="0"/>
          <a:chOff x="0" y="0"/>
          <a:chExt cx="0" cy="0"/>
        </a:xfrm>
      </p:grpSpPr>
      <p:sp>
        <p:nvSpPr>
          <p:cNvPr id="2" name="Titel 1">
            <a:extLst>
              <a:ext uri="{FF2B5EF4-FFF2-40B4-BE49-F238E27FC236}">
                <a16:creationId xmlns="" xmlns:a16="http://schemas.microsoft.com/office/drawing/2014/main" id="{36847F06-1735-EC6A-543A-54672E732355}"/>
              </a:ext>
            </a:extLst>
          </p:cNvPr>
          <p:cNvSpPr>
            <a:spLocks noGrp="1"/>
          </p:cNvSpPr>
          <p:nvPr>
            <p:ph type="title"/>
          </p:nvPr>
        </p:nvSpPr>
        <p:spPr/>
        <p:txBody>
          <a:bodyPr/>
          <a:lstStyle/>
          <a:p>
            <a:r>
              <a:rPr lang="de-AT" dirty="0" err="1"/>
              <a:t>Results</a:t>
            </a:r>
            <a:r>
              <a:rPr lang="de-AT" dirty="0"/>
              <a:t> and Evaluation – LSTM</a:t>
            </a:r>
          </a:p>
        </p:txBody>
      </p:sp>
      <p:sp>
        <p:nvSpPr>
          <p:cNvPr id="3" name="Inhaltsplatzhalter 2">
            <a:extLst>
              <a:ext uri="{FF2B5EF4-FFF2-40B4-BE49-F238E27FC236}">
                <a16:creationId xmlns="" xmlns:a16="http://schemas.microsoft.com/office/drawing/2014/main" id="{E42EF835-A08F-AD26-FC68-D348B998F59C}"/>
              </a:ext>
            </a:extLst>
          </p:cNvPr>
          <p:cNvSpPr>
            <a:spLocks noGrp="1"/>
          </p:cNvSpPr>
          <p:nvPr>
            <p:ph idx="1"/>
          </p:nvPr>
        </p:nvSpPr>
        <p:spPr/>
        <p:txBody>
          <a:bodyPr/>
          <a:lstStyle/>
          <a:p>
            <a:pPr lvl="1"/>
            <a:endParaRPr lang="de-DE" dirty="0"/>
          </a:p>
          <a:p>
            <a:pPr marL="457200" lvl="1" indent="0">
              <a:buNone/>
            </a:pPr>
            <a:endParaRPr lang="de-DE" dirty="0">
              <a:sym typeface="Wingdings" panose="05000000000000000000" pitchFamily="2" charset="2"/>
            </a:endParaRPr>
          </a:p>
          <a:p>
            <a:pPr marL="457200" lvl="1" indent="0">
              <a:buNone/>
            </a:pPr>
            <a:endParaRPr lang="de-DE" sz="3200" dirty="0">
              <a:sym typeface="Wingdings" panose="05000000000000000000" pitchFamily="2" charset="2"/>
            </a:endParaRPr>
          </a:p>
          <a:p>
            <a:pPr marL="457200" lvl="1" indent="0">
              <a:buNone/>
            </a:pPr>
            <a:endParaRPr lang="de-AT" sz="4400" dirty="0"/>
          </a:p>
        </p:txBody>
      </p:sp>
      <p:pic>
        <p:nvPicPr>
          <p:cNvPr id="6" name="Grafik 5">
            <a:extLst>
              <a:ext uri="{FF2B5EF4-FFF2-40B4-BE49-F238E27FC236}">
                <a16:creationId xmlns="" xmlns:a16="http://schemas.microsoft.com/office/drawing/2014/main" id="{E425332A-66AA-8B14-D712-887FD19C8F7B}"/>
              </a:ext>
            </a:extLst>
          </p:cNvPr>
          <p:cNvPicPr>
            <a:picLocks noChangeAspect="1"/>
          </p:cNvPicPr>
          <p:nvPr/>
        </p:nvPicPr>
        <p:blipFill>
          <a:blip r:embed="rId3"/>
          <a:stretch>
            <a:fillRect/>
          </a:stretch>
        </p:blipFill>
        <p:spPr>
          <a:xfrm>
            <a:off x="1" y="1825625"/>
            <a:ext cx="6096000" cy="4128655"/>
          </a:xfrm>
          <a:prstGeom prst="rect">
            <a:avLst/>
          </a:prstGeom>
        </p:spPr>
      </p:pic>
      <p:pic>
        <p:nvPicPr>
          <p:cNvPr id="9" name="Grafik 8">
            <a:extLst>
              <a:ext uri="{FF2B5EF4-FFF2-40B4-BE49-F238E27FC236}">
                <a16:creationId xmlns="" xmlns:a16="http://schemas.microsoft.com/office/drawing/2014/main" id="{CF1BC3A1-EAD6-5514-BA21-BE33838D9C0B}"/>
              </a:ext>
            </a:extLst>
          </p:cNvPr>
          <p:cNvPicPr>
            <a:picLocks noChangeAspect="1"/>
          </p:cNvPicPr>
          <p:nvPr/>
        </p:nvPicPr>
        <p:blipFill>
          <a:blip r:embed="rId4"/>
          <a:stretch>
            <a:fillRect/>
          </a:stretch>
        </p:blipFill>
        <p:spPr>
          <a:xfrm>
            <a:off x="5999020" y="1825625"/>
            <a:ext cx="6096000" cy="4128654"/>
          </a:xfrm>
          <a:prstGeom prst="rect">
            <a:avLst/>
          </a:prstGeom>
        </p:spPr>
      </p:pic>
    </p:spTree>
    <p:extLst>
      <p:ext uri="{BB962C8B-B14F-4D97-AF65-F5344CB8AC3E}">
        <p14:creationId xmlns:p14="http://schemas.microsoft.com/office/powerpoint/2010/main" val="9789664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 xmlns:a16="http://schemas.microsoft.com/office/drawing/2014/main" id="{DFBFC960-A472-5AED-BB39-0BB7F32CCDC4}"/>
              </a:ext>
            </a:extLst>
          </p:cNvPr>
          <p:cNvSpPr>
            <a:spLocks noGrp="1"/>
          </p:cNvSpPr>
          <p:nvPr>
            <p:ph type="title"/>
          </p:nvPr>
        </p:nvSpPr>
        <p:spPr/>
        <p:txBody>
          <a:bodyPr/>
          <a:lstStyle/>
          <a:p>
            <a:r>
              <a:rPr lang="de-AT" dirty="0" err="1"/>
              <a:t>Results</a:t>
            </a:r>
            <a:r>
              <a:rPr lang="de-AT" dirty="0"/>
              <a:t> </a:t>
            </a:r>
            <a:r>
              <a:rPr lang="de-AT" dirty="0" err="1"/>
              <a:t>and</a:t>
            </a:r>
            <a:r>
              <a:rPr lang="de-AT" dirty="0"/>
              <a:t> </a:t>
            </a:r>
            <a:r>
              <a:rPr lang="de-AT" dirty="0" smtClean="0"/>
              <a:t>Evaluation - </a:t>
            </a:r>
            <a:r>
              <a:rPr lang="de-AT" dirty="0" err="1" smtClean="0"/>
              <a:t>Comparison</a:t>
            </a:r>
            <a:endParaRPr lang="de-AT" dirty="0"/>
          </a:p>
        </p:txBody>
      </p:sp>
      <p:sp>
        <p:nvSpPr>
          <p:cNvPr id="3" name="Inhaltsplatzhalter 2">
            <a:extLst>
              <a:ext uri="{FF2B5EF4-FFF2-40B4-BE49-F238E27FC236}">
                <a16:creationId xmlns="" xmlns:a16="http://schemas.microsoft.com/office/drawing/2014/main" id="{2FCC4535-6799-9B3F-0244-018D34C3DD7B}"/>
              </a:ext>
            </a:extLst>
          </p:cNvPr>
          <p:cNvSpPr>
            <a:spLocks noGrp="1"/>
          </p:cNvSpPr>
          <p:nvPr>
            <p:ph idx="1"/>
          </p:nvPr>
        </p:nvSpPr>
        <p:spPr/>
        <p:txBody>
          <a:bodyPr/>
          <a:lstStyle/>
          <a:p>
            <a:pPr lvl="1"/>
            <a:endParaRPr lang="de-DE" dirty="0"/>
          </a:p>
          <a:p>
            <a:pPr marL="457200" lvl="1" indent="0">
              <a:buNone/>
            </a:pPr>
            <a:endParaRPr lang="de-DE" dirty="0">
              <a:sym typeface="Wingdings" panose="05000000000000000000" pitchFamily="2" charset="2"/>
            </a:endParaRPr>
          </a:p>
          <a:p>
            <a:pPr marL="457200" lvl="1" indent="0">
              <a:buNone/>
            </a:pPr>
            <a:endParaRPr lang="de-DE" sz="3200" dirty="0">
              <a:sym typeface="Wingdings" panose="05000000000000000000" pitchFamily="2" charset="2"/>
            </a:endParaRPr>
          </a:p>
          <a:p>
            <a:pPr marL="457200" lvl="1" indent="0">
              <a:buNone/>
            </a:pPr>
            <a:endParaRPr lang="de-AT" sz="4400" dirty="0"/>
          </a:p>
        </p:txBody>
      </p:sp>
      <p:graphicFrame>
        <p:nvGraphicFramePr>
          <p:cNvPr id="7" name="Inhaltsplatzhalter 3"/>
          <p:cNvGraphicFramePr>
            <a:graphicFrameLocks/>
          </p:cNvGraphicFramePr>
          <p:nvPr>
            <p:extLst>
              <p:ext uri="{D42A27DB-BD31-4B8C-83A1-F6EECF244321}">
                <p14:modId xmlns:p14="http://schemas.microsoft.com/office/powerpoint/2010/main" val="536667890"/>
              </p:ext>
            </p:extLst>
          </p:nvPr>
        </p:nvGraphicFramePr>
        <p:xfrm>
          <a:off x="838200" y="1825625"/>
          <a:ext cx="10515600" cy="2773680"/>
        </p:xfrm>
        <a:graphic>
          <a:graphicData uri="http://schemas.openxmlformats.org/drawingml/2006/table">
            <a:tbl>
              <a:tblPr firstRow="1" bandRow="1">
                <a:tableStyleId>{5C22544A-7EE6-4342-B048-85BDC9FD1C3A}</a:tableStyleId>
              </a:tblPr>
              <a:tblGrid>
                <a:gridCol w="3505200"/>
                <a:gridCol w="3505200"/>
                <a:gridCol w="3505200"/>
              </a:tblGrid>
              <a:tr h="370840">
                <a:tc>
                  <a:txBody>
                    <a:bodyPr/>
                    <a:lstStyle/>
                    <a:p>
                      <a:pPr algn="ctr"/>
                      <a:endParaRPr lang="de-AT" sz="2000" dirty="0"/>
                    </a:p>
                  </a:txBody>
                  <a:tcPr anchor="ctr"/>
                </a:tc>
                <a:tc>
                  <a:txBody>
                    <a:bodyPr/>
                    <a:lstStyle/>
                    <a:p>
                      <a:pPr algn="ctr"/>
                      <a:r>
                        <a:rPr lang="de-AT" sz="2000" dirty="0" smtClean="0"/>
                        <a:t>Naive </a:t>
                      </a:r>
                      <a:r>
                        <a:rPr lang="de-AT" sz="2000" dirty="0" err="1" smtClean="0"/>
                        <a:t>Bayes</a:t>
                      </a:r>
                      <a:endParaRPr lang="de-AT" sz="2000" dirty="0"/>
                    </a:p>
                  </a:txBody>
                  <a:tcPr anchor="ctr"/>
                </a:tc>
                <a:tc>
                  <a:txBody>
                    <a:bodyPr/>
                    <a:lstStyle/>
                    <a:p>
                      <a:pPr algn="ctr"/>
                      <a:r>
                        <a:rPr lang="de-AT" sz="2000" dirty="0" smtClean="0"/>
                        <a:t>LSTM</a:t>
                      </a:r>
                      <a:endParaRPr lang="de-AT" sz="2000" dirty="0"/>
                    </a:p>
                  </a:txBody>
                  <a:tcPr anchor="ctr"/>
                </a:tc>
              </a:tr>
              <a:tr h="370840">
                <a:tc>
                  <a:txBody>
                    <a:bodyPr/>
                    <a:lstStyle/>
                    <a:p>
                      <a:pPr algn="ctr"/>
                      <a:r>
                        <a:rPr lang="de-AT" sz="2000" dirty="0" smtClean="0">
                          <a:solidFill>
                            <a:schemeClr val="bg1"/>
                          </a:solidFill>
                        </a:rPr>
                        <a:t>Precision World</a:t>
                      </a:r>
                      <a:endParaRPr lang="de-AT" sz="2000" dirty="0">
                        <a:solidFill>
                          <a:schemeClr val="bg1"/>
                        </a:solidFill>
                      </a:endParaRPr>
                    </a:p>
                  </a:txBody>
                  <a:tcPr anchor="ctr">
                    <a:solidFill>
                      <a:schemeClr val="accent1"/>
                    </a:solidFill>
                  </a:tcPr>
                </a:tc>
                <a:tc>
                  <a:txBody>
                    <a:bodyPr/>
                    <a:lstStyle/>
                    <a:p>
                      <a:pPr algn="ctr"/>
                      <a:r>
                        <a:rPr lang="de-AT" sz="2000" dirty="0" smtClean="0"/>
                        <a:t>0,91</a:t>
                      </a:r>
                      <a:endParaRPr lang="de-AT" sz="2000" dirty="0"/>
                    </a:p>
                  </a:txBody>
                  <a:tcPr anchor="ctr"/>
                </a:tc>
                <a:tc>
                  <a:txBody>
                    <a:bodyPr/>
                    <a:lstStyle/>
                    <a:p>
                      <a:pPr algn="ctr"/>
                      <a:r>
                        <a:rPr lang="de-AT" sz="2000" dirty="0" smtClean="0"/>
                        <a:t>0,92</a:t>
                      </a:r>
                      <a:endParaRPr lang="de-AT" sz="2000" dirty="0"/>
                    </a:p>
                  </a:txBody>
                  <a:tcPr anchor="ctr"/>
                </a:tc>
              </a:tr>
              <a:tr h="370840">
                <a:tc>
                  <a:txBody>
                    <a:bodyPr/>
                    <a:lstStyle/>
                    <a:p>
                      <a:pPr algn="ctr"/>
                      <a:r>
                        <a:rPr lang="de-AT" sz="2000" dirty="0" smtClean="0">
                          <a:solidFill>
                            <a:schemeClr val="bg1"/>
                          </a:solidFill>
                        </a:rPr>
                        <a:t>Precision Sports</a:t>
                      </a:r>
                      <a:endParaRPr lang="de-AT" sz="2000" dirty="0">
                        <a:solidFill>
                          <a:schemeClr val="bg1"/>
                        </a:solidFill>
                      </a:endParaRPr>
                    </a:p>
                  </a:txBody>
                  <a:tcPr anchor="ctr">
                    <a:solidFill>
                      <a:schemeClr val="accent1"/>
                    </a:solidFill>
                  </a:tcPr>
                </a:tc>
                <a:tc>
                  <a:txBody>
                    <a:bodyPr/>
                    <a:lstStyle/>
                    <a:p>
                      <a:pPr algn="ctr"/>
                      <a:r>
                        <a:rPr lang="de-AT" sz="2000" dirty="0" smtClean="0"/>
                        <a:t>0,95</a:t>
                      </a:r>
                      <a:endParaRPr lang="de-AT" sz="2000" dirty="0"/>
                    </a:p>
                  </a:txBody>
                  <a:tcPr anchor="ctr"/>
                </a:tc>
                <a:tc>
                  <a:txBody>
                    <a:bodyPr/>
                    <a:lstStyle/>
                    <a:p>
                      <a:pPr algn="ctr"/>
                      <a:r>
                        <a:rPr lang="de-AT" sz="2000" dirty="0" smtClean="0"/>
                        <a:t>0,95</a:t>
                      </a:r>
                      <a:endParaRPr lang="de-AT" sz="2000" dirty="0"/>
                    </a:p>
                  </a:txBody>
                  <a:tcPr anchor="ctr"/>
                </a:tc>
              </a:tr>
              <a:tr h="370840">
                <a:tc>
                  <a:txBody>
                    <a:bodyPr/>
                    <a:lstStyle/>
                    <a:p>
                      <a:pPr algn="ctr"/>
                      <a:r>
                        <a:rPr lang="de-AT" sz="2000" dirty="0" smtClean="0">
                          <a:solidFill>
                            <a:schemeClr val="bg1"/>
                          </a:solidFill>
                        </a:rPr>
                        <a:t>Precision Business</a:t>
                      </a:r>
                      <a:endParaRPr lang="de-AT" sz="2000" dirty="0">
                        <a:solidFill>
                          <a:schemeClr val="bg1"/>
                        </a:solidFill>
                      </a:endParaRPr>
                    </a:p>
                  </a:txBody>
                  <a:tcPr anchor="ctr">
                    <a:solidFill>
                      <a:schemeClr val="accent1"/>
                    </a:solidFill>
                  </a:tcPr>
                </a:tc>
                <a:tc>
                  <a:txBody>
                    <a:bodyPr/>
                    <a:lstStyle/>
                    <a:p>
                      <a:pPr algn="ctr"/>
                      <a:r>
                        <a:rPr lang="de-AT" sz="2000" dirty="0" smtClean="0"/>
                        <a:t>0,88</a:t>
                      </a:r>
                      <a:endParaRPr lang="de-AT" sz="2000" dirty="0"/>
                    </a:p>
                  </a:txBody>
                  <a:tcPr anchor="ctr"/>
                </a:tc>
                <a:tc>
                  <a:txBody>
                    <a:bodyPr/>
                    <a:lstStyle/>
                    <a:p>
                      <a:pPr algn="ctr"/>
                      <a:r>
                        <a:rPr lang="de-AT" sz="2000" dirty="0" smtClean="0"/>
                        <a:t>0,87</a:t>
                      </a:r>
                      <a:endParaRPr lang="de-AT" sz="2000" dirty="0"/>
                    </a:p>
                  </a:txBody>
                  <a:tcPr anchor="ctr"/>
                </a:tc>
              </a:tr>
              <a:tr h="370840">
                <a:tc>
                  <a:txBody>
                    <a:bodyPr/>
                    <a:lstStyle/>
                    <a:p>
                      <a:pPr algn="ctr"/>
                      <a:r>
                        <a:rPr lang="de-AT" sz="2000" dirty="0" smtClean="0">
                          <a:solidFill>
                            <a:schemeClr val="bg1"/>
                          </a:solidFill>
                        </a:rPr>
                        <a:t>Precision Science</a:t>
                      </a:r>
                      <a:endParaRPr lang="de-AT" sz="2000" dirty="0">
                        <a:solidFill>
                          <a:schemeClr val="bg1"/>
                        </a:solidFill>
                      </a:endParaRPr>
                    </a:p>
                  </a:txBody>
                  <a:tcPr anchor="ctr">
                    <a:solidFill>
                      <a:schemeClr val="accent1"/>
                    </a:solidFill>
                  </a:tcPr>
                </a:tc>
                <a:tc>
                  <a:txBody>
                    <a:bodyPr/>
                    <a:lstStyle/>
                    <a:p>
                      <a:pPr algn="ctr"/>
                      <a:r>
                        <a:rPr lang="de-AT" sz="2000" dirty="0" smtClean="0"/>
                        <a:t>0,87</a:t>
                      </a:r>
                      <a:endParaRPr lang="de-AT" sz="2000" dirty="0"/>
                    </a:p>
                  </a:txBody>
                  <a:tcPr anchor="ctr"/>
                </a:tc>
                <a:tc>
                  <a:txBody>
                    <a:bodyPr/>
                    <a:lstStyle/>
                    <a:p>
                      <a:pPr algn="ctr"/>
                      <a:r>
                        <a:rPr lang="de-AT" sz="2000" dirty="0" smtClean="0"/>
                        <a:t>0,90</a:t>
                      </a:r>
                      <a:endParaRPr lang="de-AT" sz="2000" dirty="0"/>
                    </a:p>
                  </a:txBody>
                  <a:tcPr anchor="ctr"/>
                </a:tc>
              </a:tr>
              <a:tr h="370840">
                <a:tc>
                  <a:txBody>
                    <a:bodyPr/>
                    <a:lstStyle/>
                    <a:p>
                      <a:pPr algn="ctr"/>
                      <a:r>
                        <a:rPr lang="de-AT" sz="2000" dirty="0" smtClean="0">
                          <a:solidFill>
                            <a:schemeClr val="bg1"/>
                          </a:solidFill>
                        </a:rPr>
                        <a:t>Overall </a:t>
                      </a:r>
                      <a:r>
                        <a:rPr lang="de-AT" sz="2000" dirty="0" err="1" smtClean="0">
                          <a:solidFill>
                            <a:schemeClr val="bg1"/>
                          </a:solidFill>
                        </a:rPr>
                        <a:t>Accuracy</a:t>
                      </a:r>
                      <a:endParaRPr lang="de-AT" sz="2000" dirty="0">
                        <a:solidFill>
                          <a:schemeClr val="bg1"/>
                        </a:solidFill>
                      </a:endParaRPr>
                    </a:p>
                  </a:txBody>
                  <a:tcPr anchor="ctr">
                    <a:solidFill>
                      <a:schemeClr val="accent1"/>
                    </a:solidFill>
                  </a:tcPr>
                </a:tc>
                <a:tc>
                  <a:txBody>
                    <a:bodyPr/>
                    <a:lstStyle/>
                    <a:p>
                      <a:pPr algn="ctr"/>
                      <a:r>
                        <a:rPr lang="de-AT" sz="2000" dirty="0" smtClean="0"/>
                        <a:t>0,90</a:t>
                      </a:r>
                      <a:endParaRPr lang="de-AT" sz="2000" dirty="0"/>
                    </a:p>
                  </a:txBody>
                  <a:tcPr anchor="ctr"/>
                </a:tc>
                <a:tc>
                  <a:txBody>
                    <a:bodyPr/>
                    <a:lstStyle/>
                    <a:p>
                      <a:pPr algn="ctr"/>
                      <a:r>
                        <a:rPr lang="de-AT" sz="2000" dirty="0" smtClean="0"/>
                        <a:t>0,91</a:t>
                      </a:r>
                      <a:endParaRPr lang="de-AT" sz="2000" dirty="0"/>
                    </a:p>
                  </a:txBody>
                  <a:tcPr anchor="ctr"/>
                </a:tc>
              </a:tr>
              <a:tr h="370840">
                <a:tc>
                  <a:txBody>
                    <a:bodyPr/>
                    <a:lstStyle/>
                    <a:p>
                      <a:pPr algn="ctr"/>
                      <a:r>
                        <a:rPr lang="de-AT" sz="2000" dirty="0" smtClean="0">
                          <a:solidFill>
                            <a:schemeClr val="bg1"/>
                          </a:solidFill>
                        </a:rPr>
                        <a:t>Trainingszeit</a:t>
                      </a:r>
                      <a:endParaRPr lang="de-AT" sz="2000" dirty="0">
                        <a:solidFill>
                          <a:schemeClr val="bg1"/>
                        </a:solidFill>
                      </a:endParaRPr>
                    </a:p>
                  </a:txBody>
                  <a:tcPr anchor="ctr">
                    <a:solidFill>
                      <a:schemeClr val="accent1"/>
                    </a:solidFill>
                  </a:tcPr>
                </a:tc>
                <a:tc>
                  <a:txBody>
                    <a:bodyPr/>
                    <a:lstStyle/>
                    <a:p>
                      <a:pPr algn="ctr"/>
                      <a:r>
                        <a:rPr lang="de-AT" sz="2000" dirty="0" smtClean="0"/>
                        <a:t>Wenige Sekunden</a:t>
                      </a:r>
                      <a:endParaRPr lang="de-AT" sz="2000" dirty="0"/>
                    </a:p>
                  </a:txBody>
                  <a:tcPr anchor="ctr"/>
                </a:tc>
                <a:tc>
                  <a:txBody>
                    <a:bodyPr/>
                    <a:lstStyle/>
                    <a:p>
                      <a:pPr algn="ctr"/>
                      <a:r>
                        <a:rPr lang="de-AT" sz="2000" dirty="0" smtClean="0"/>
                        <a:t>1</a:t>
                      </a:r>
                      <a:r>
                        <a:rPr lang="de-AT" sz="2000" baseline="0" dirty="0" smtClean="0"/>
                        <a:t> Minute</a:t>
                      </a:r>
                      <a:endParaRPr lang="de-AT" sz="2000" dirty="0"/>
                    </a:p>
                  </a:txBody>
                  <a:tcPr anchor="ctr"/>
                </a:tc>
              </a:tr>
            </a:tbl>
          </a:graphicData>
        </a:graphic>
      </p:graphicFrame>
    </p:spTree>
    <p:extLst>
      <p:ext uri="{BB962C8B-B14F-4D97-AF65-F5344CB8AC3E}">
        <p14:creationId xmlns:p14="http://schemas.microsoft.com/office/powerpoint/2010/main" val="13812746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 xmlns:a16="http://schemas.microsoft.com/office/drawing/2014/main" id="{DFBFC960-A472-5AED-BB39-0BB7F32CCDC4}"/>
              </a:ext>
            </a:extLst>
          </p:cNvPr>
          <p:cNvSpPr>
            <a:spLocks noGrp="1"/>
          </p:cNvSpPr>
          <p:nvPr>
            <p:ph type="title"/>
          </p:nvPr>
        </p:nvSpPr>
        <p:spPr/>
        <p:txBody>
          <a:bodyPr/>
          <a:lstStyle/>
          <a:p>
            <a:r>
              <a:rPr lang="de-AT" dirty="0" err="1"/>
              <a:t>Results</a:t>
            </a:r>
            <a:r>
              <a:rPr lang="de-AT" dirty="0"/>
              <a:t> </a:t>
            </a:r>
            <a:r>
              <a:rPr lang="de-AT" dirty="0" err="1"/>
              <a:t>and</a:t>
            </a:r>
            <a:r>
              <a:rPr lang="de-AT" dirty="0"/>
              <a:t> </a:t>
            </a:r>
            <a:r>
              <a:rPr lang="de-AT" dirty="0" smtClean="0"/>
              <a:t>Evaluation - </a:t>
            </a:r>
            <a:r>
              <a:rPr lang="de-AT" dirty="0" err="1" smtClean="0"/>
              <a:t>Discussion</a:t>
            </a:r>
            <a:endParaRPr lang="de-AT" dirty="0"/>
          </a:p>
        </p:txBody>
      </p:sp>
      <p:sp>
        <p:nvSpPr>
          <p:cNvPr id="5" name="Inhaltsplatzhalter 3">
            <a:extLst>
              <a:ext uri="{FF2B5EF4-FFF2-40B4-BE49-F238E27FC236}">
                <a16:creationId xmlns="" xmlns:a16="http://schemas.microsoft.com/office/drawing/2014/main" id="{C73CD22E-0DC0-EA14-18CA-A7712ED336E7}"/>
              </a:ext>
            </a:extLst>
          </p:cNvPr>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de-AT" dirty="0"/>
          </a:p>
        </p:txBody>
      </p:sp>
      <p:sp>
        <p:nvSpPr>
          <p:cNvPr id="4" name="Inhaltsplatzhalter 3"/>
          <p:cNvSpPr>
            <a:spLocks noGrp="1"/>
          </p:cNvSpPr>
          <p:nvPr>
            <p:ph idx="1"/>
          </p:nvPr>
        </p:nvSpPr>
        <p:spPr/>
        <p:txBody>
          <a:bodyPr/>
          <a:lstStyle/>
          <a:p>
            <a:r>
              <a:rPr lang="de-AT" dirty="0" smtClean="0"/>
              <a:t>Genauigkeit sehr ähnlich?</a:t>
            </a:r>
          </a:p>
          <a:p>
            <a:pPr lvl="1"/>
            <a:r>
              <a:rPr lang="de-AT" dirty="0" smtClean="0"/>
              <a:t>Datensätze bestehen aus Titel + Beschreibung</a:t>
            </a:r>
          </a:p>
          <a:p>
            <a:pPr lvl="2"/>
            <a:r>
              <a:rPr lang="de-AT" dirty="0" smtClean="0"/>
              <a:t>Wenig Information</a:t>
            </a:r>
          </a:p>
          <a:p>
            <a:pPr lvl="2"/>
            <a:r>
              <a:rPr lang="de-AT" dirty="0" smtClean="0"/>
              <a:t>Wortreihenfolge und Kontext bringt wenig Information</a:t>
            </a:r>
          </a:p>
          <a:p>
            <a:pPr lvl="2"/>
            <a:r>
              <a:rPr lang="de-AT" dirty="0" smtClean="0"/>
              <a:t>Bag </a:t>
            </a:r>
            <a:r>
              <a:rPr lang="de-AT" dirty="0" err="1" smtClean="0"/>
              <a:t>of</a:t>
            </a:r>
            <a:r>
              <a:rPr lang="de-AT" dirty="0" smtClean="0"/>
              <a:t> Words (</a:t>
            </a:r>
            <a:r>
              <a:rPr lang="de-AT" dirty="0" err="1" smtClean="0"/>
              <a:t>Bayes</a:t>
            </a:r>
            <a:r>
              <a:rPr lang="de-AT" dirty="0" smtClean="0"/>
              <a:t>) schafft ähnliche Genauigkeit</a:t>
            </a:r>
            <a:endParaRPr lang="de-AT" dirty="0"/>
          </a:p>
        </p:txBody>
      </p:sp>
    </p:spTree>
    <p:extLst>
      <p:ext uri="{BB962C8B-B14F-4D97-AF65-F5344CB8AC3E}">
        <p14:creationId xmlns:p14="http://schemas.microsoft.com/office/powerpoint/2010/main" val="256272766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 xmlns:a16="http://schemas.microsoft.com/office/drawing/2014/main" id="{1E23E8FA-EC2F-7082-B38C-9FDD6FB00FD1}"/>
              </a:ext>
            </a:extLst>
          </p:cNvPr>
          <p:cNvSpPr>
            <a:spLocks noGrp="1"/>
          </p:cNvSpPr>
          <p:nvPr>
            <p:ph type="title"/>
          </p:nvPr>
        </p:nvSpPr>
        <p:spPr/>
        <p:txBody>
          <a:bodyPr/>
          <a:lstStyle/>
          <a:p>
            <a:r>
              <a:rPr lang="de-AT" dirty="0" err="1"/>
              <a:t>Visualizations</a:t>
            </a:r>
            <a:r>
              <a:rPr lang="de-AT" dirty="0"/>
              <a:t> – Falsche Klassifizierungen </a:t>
            </a:r>
          </a:p>
        </p:txBody>
      </p:sp>
      <p:sp>
        <p:nvSpPr>
          <p:cNvPr id="4" name="Inhaltsplatzhalter 3">
            <a:extLst>
              <a:ext uri="{FF2B5EF4-FFF2-40B4-BE49-F238E27FC236}">
                <a16:creationId xmlns="" xmlns:a16="http://schemas.microsoft.com/office/drawing/2014/main" id="{C73CD22E-0DC0-EA14-18CA-A7712ED336E7}"/>
              </a:ext>
            </a:extLst>
          </p:cNvPr>
          <p:cNvSpPr>
            <a:spLocks noGrp="1"/>
          </p:cNvSpPr>
          <p:nvPr>
            <p:ph idx="1"/>
          </p:nvPr>
        </p:nvSpPr>
        <p:spPr/>
        <p:txBody>
          <a:bodyPr/>
          <a:lstStyle/>
          <a:p>
            <a:pPr marL="0" indent="0">
              <a:buNone/>
            </a:pPr>
            <a:r>
              <a:rPr lang="de-AT" dirty="0"/>
              <a:t>Bsp. </a:t>
            </a:r>
          </a:p>
          <a:p>
            <a:pPr marL="0" indent="0">
              <a:buNone/>
            </a:pPr>
            <a:r>
              <a:rPr lang="en-US" dirty="0"/>
              <a:t>Prediction Unit Helps Forecast Wildfires () - It's barely dawn when Mike Fitzpatrick starts his shift with a blur of colorful maps, figures and endless charts, but already he knows what the day will bring. Lightning will strike in places he expects. Winds will pick up, moist places will dry and flam...</a:t>
            </a:r>
          </a:p>
          <a:p>
            <a:pPr marL="0" indent="0">
              <a:buNone/>
            </a:pPr>
            <a:endParaRPr lang="en-US" dirty="0"/>
          </a:p>
          <a:p>
            <a:pPr marL="0" indent="0">
              <a:buNone/>
            </a:pPr>
            <a:r>
              <a:rPr lang="en-US" dirty="0"/>
              <a:t>True: Science, Pred: Business</a:t>
            </a:r>
            <a:endParaRPr lang="de-AT" dirty="0"/>
          </a:p>
        </p:txBody>
      </p:sp>
      <p:pic>
        <p:nvPicPr>
          <p:cNvPr id="6" name="Grafik 5">
            <a:extLst>
              <a:ext uri="{FF2B5EF4-FFF2-40B4-BE49-F238E27FC236}">
                <a16:creationId xmlns="" xmlns:a16="http://schemas.microsoft.com/office/drawing/2014/main" id="{2AE4D0C1-5ED4-54A4-7A58-41C6B7B142C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3101" y="128588"/>
            <a:ext cx="964703" cy="964703"/>
          </a:xfrm>
          <a:prstGeom prst="rect">
            <a:avLst/>
          </a:prstGeom>
        </p:spPr>
      </p:pic>
    </p:spTree>
    <p:extLst>
      <p:ext uri="{BB962C8B-B14F-4D97-AF65-F5344CB8AC3E}">
        <p14:creationId xmlns:p14="http://schemas.microsoft.com/office/powerpoint/2010/main" val="2391252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75EEC8F-432F-275E-36E9-9707A515F785}"/>
            </a:ext>
          </a:extLst>
        </p:cNvPr>
        <p:cNvGrpSpPr/>
        <p:nvPr/>
      </p:nvGrpSpPr>
      <p:grpSpPr>
        <a:xfrm>
          <a:off x="0" y="0"/>
          <a:ext cx="0" cy="0"/>
          <a:chOff x="0" y="0"/>
          <a:chExt cx="0" cy="0"/>
        </a:xfrm>
      </p:grpSpPr>
      <p:sp>
        <p:nvSpPr>
          <p:cNvPr id="2" name="Titel 1">
            <a:extLst>
              <a:ext uri="{FF2B5EF4-FFF2-40B4-BE49-F238E27FC236}">
                <a16:creationId xmlns="" xmlns:a16="http://schemas.microsoft.com/office/drawing/2014/main" id="{6EE95E52-AF39-01D9-87F6-B54EA4730CCA}"/>
              </a:ext>
            </a:extLst>
          </p:cNvPr>
          <p:cNvSpPr>
            <a:spLocks noGrp="1"/>
          </p:cNvSpPr>
          <p:nvPr>
            <p:ph type="title"/>
          </p:nvPr>
        </p:nvSpPr>
        <p:spPr/>
        <p:txBody>
          <a:bodyPr/>
          <a:lstStyle/>
          <a:p>
            <a:r>
              <a:rPr lang="de-AT" dirty="0" err="1"/>
              <a:t>Visualizations</a:t>
            </a:r>
            <a:r>
              <a:rPr lang="de-AT" dirty="0"/>
              <a:t> – </a:t>
            </a:r>
            <a:r>
              <a:rPr lang="de-AT" dirty="0" err="1"/>
              <a:t>Wordclouds</a:t>
            </a:r>
            <a:endParaRPr lang="de-AT" dirty="0"/>
          </a:p>
        </p:txBody>
      </p:sp>
      <p:pic>
        <p:nvPicPr>
          <p:cNvPr id="6" name="Inhaltsplatzhalter 5">
            <a:extLst>
              <a:ext uri="{FF2B5EF4-FFF2-40B4-BE49-F238E27FC236}">
                <a16:creationId xmlns="" xmlns:a16="http://schemas.microsoft.com/office/drawing/2014/main" id="{F22DD6E5-9EB9-5431-C043-0CD909AFF2BA}"/>
              </a:ext>
            </a:extLst>
          </p:cNvPr>
          <p:cNvPicPr>
            <a:picLocks noGrp="1" noChangeAspect="1"/>
          </p:cNvPicPr>
          <p:nvPr>
            <p:ph idx="1"/>
          </p:nvPr>
        </p:nvPicPr>
        <p:blipFill>
          <a:blip r:embed="rId2"/>
          <a:srcRect l="14764" r="11887" b="8482"/>
          <a:stretch>
            <a:fillRect/>
          </a:stretch>
        </p:blipFill>
        <p:spPr>
          <a:xfrm>
            <a:off x="951346" y="1308389"/>
            <a:ext cx="4313382" cy="2690956"/>
          </a:xfrm>
          <a:prstGeom prst="rect">
            <a:avLst/>
          </a:prstGeom>
        </p:spPr>
      </p:pic>
      <p:pic>
        <p:nvPicPr>
          <p:cNvPr id="9" name="Grafik 8">
            <a:extLst>
              <a:ext uri="{FF2B5EF4-FFF2-40B4-BE49-F238E27FC236}">
                <a16:creationId xmlns="" xmlns:a16="http://schemas.microsoft.com/office/drawing/2014/main" id="{A84AE75E-3E74-DCBA-47EA-3225BE908689}"/>
              </a:ext>
            </a:extLst>
          </p:cNvPr>
          <p:cNvPicPr>
            <a:picLocks noChangeAspect="1"/>
          </p:cNvPicPr>
          <p:nvPr/>
        </p:nvPicPr>
        <p:blipFill>
          <a:blip r:embed="rId3"/>
          <a:srcRect l="14885" t="6218" r="12789" b="9032"/>
          <a:stretch>
            <a:fillRect/>
          </a:stretch>
        </p:blipFill>
        <p:spPr>
          <a:xfrm>
            <a:off x="6572211" y="1424131"/>
            <a:ext cx="4395428" cy="2575214"/>
          </a:xfrm>
          <a:prstGeom prst="rect">
            <a:avLst/>
          </a:prstGeom>
        </p:spPr>
      </p:pic>
      <p:pic>
        <p:nvPicPr>
          <p:cNvPr id="11" name="Grafik 10">
            <a:extLst>
              <a:ext uri="{FF2B5EF4-FFF2-40B4-BE49-F238E27FC236}">
                <a16:creationId xmlns="" xmlns:a16="http://schemas.microsoft.com/office/drawing/2014/main" id="{54C1DBEC-B7C8-0B08-F7F9-AF5B88573041}"/>
              </a:ext>
            </a:extLst>
          </p:cNvPr>
          <p:cNvPicPr>
            <a:picLocks noChangeAspect="1"/>
          </p:cNvPicPr>
          <p:nvPr/>
        </p:nvPicPr>
        <p:blipFill>
          <a:blip r:embed="rId4"/>
          <a:srcRect l="14764" t="4407" r="11887" b="8010"/>
          <a:stretch>
            <a:fillRect/>
          </a:stretch>
        </p:blipFill>
        <p:spPr>
          <a:xfrm>
            <a:off x="6572211" y="4100450"/>
            <a:ext cx="4395428" cy="2624198"/>
          </a:xfrm>
          <a:prstGeom prst="rect">
            <a:avLst/>
          </a:prstGeom>
        </p:spPr>
      </p:pic>
      <p:pic>
        <p:nvPicPr>
          <p:cNvPr id="13" name="Grafik 12">
            <a:extLst>
              <a:ext uri="{FF2B5EF4-FFF2-40B4-BE49-F238E27FC236}">
                <a16:creationId xmlns="" xmlns:a16="http://schemas.microsoft.com/office/drawing/2014/main" id="{19B7FE5D-5924-D9A9-DACC-F63150F7A712}"/>
              </a:ext>
            </a:extLst>
          </p:cNvPr>
          <p:cNvPicPr>
            <a:picLocks noChangeAspect="1"/>
          </p:cNvPicPr>
          <p:nvPr/>
        </p:nvPicPr>
        <p:blipFill>
          <a:blip r:embed="rId5"/>
          <a:srcRect l="14680" r="12255" b="5906"/>
          <a:stretch>
            <a:fillRect/>
          </a:stretch>
        </p:blipFill>
        <p:spPr>
          <a:xfrm>
            <a:off x="951345" y="3999345"/>
            <a:ext cx="4313381" cy="2777424"/>
          </a:xfrm>
          <a:prstGeom prst="rect">
            <a:avLst/>
          </a:prstGeom>
        </p:spPr>
      </p:pic>
    </p:spTree>
    <p:extLst>
      <p:ext uri="{BB962C8B-B14F-4D97-AF65-F5344CB8AC3E}">
        <p14:creationId xmlns:p14="http://schemas.microsoft.com/office/powerpoint/2010/main" val="15510156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 xmlns:a16="http://schemas.microsoft.com/office/drawing/2014/main" id="{13B74533-8FBC-CBCE-569D-9C0186D5DAAD}"/>
            </a:ext>
          </a:extLst>
        </p:cNvPr>
        <p:cNvGrpSpPr/>
        <p:nvPr/>
      </p:nvGrpSpPr>
      <p:grpSpPr>
        <a:xfrm>
          <a:off x="0" y="0"/>
          <a:ext cx="0" cy="0"/>
          <a:chOff x="0" y="0"/>
          <a:chExt cx="0" cy="0"/>
        </a:xfrm>
      </p:grpSpPr>
      <p:sp>
        <p:nvSpPr>
          <p:cNvPr id="2" name="Titel 1">
            <a:extLst>
              <a:ext uri="{FF2B5EF4-FFF2-40B4-BE49-F238E27FC236}">
                <a16:creationId xmlns="" xmlns:a16="http://schemas.microsoft.com/office/drawing/2014/main" id="{87F4BD8C-4A15-8EE2-7003-FC4C15EFC7FB}"/>
              </a:ext>
            </a:extLst>
          </p:cNvPr>
          <p:cNvSpPr>
            <a:spLocks noGrp="1"/>
          </p:cNvSpPr>
          <p:nvPr>
            <p:ph type="title"/>
          </p:nvPr>
        </p:nvSpPr>
        <p:spPr/>
        <p:txBody>
          <a:bodyPr/>
          <a:lstStyle/>
          <a:p>
            <a:r>
              <a:rPr lang="de-AT" dirty="0" err="1"/>
              <a:t>Visualization</a:t>
            </a:r>
            <a:r>
              <a:rPr lang="de-AT" dirty="0"/>
              <a:t> – Fehlerquote </a:t>
            </a:r>
            <a:r>
              <a:rPr lang="de-AT" dirty="0" err="1"/>
              <a:t>vs</a:t>
            </a:r>
            <a:r>
              <a:rPr lang="de-AT" dirty="0"/>
              <a:t> Sequenzlänge</a:t>
            </a:r>
          </a:p>
        </p:txBody>
      </p:sp>
      <p:pic>
        <p:nvPicPr>
          <p:cNvPr id="6" name="Grafik 5">
            <a:extLst>
              <a:ext uri="{FF2B5EF4-FFF2-40B4-BE49-F238E27FC236}">
                <a16:creationId xmlns="" xmlns:a16="http://schemas.microsoft.com/office/drawing/2014/main" id="{5FFE0FA1-18BC-3E10-16B2-7574992A3269}"/>
              </a:ext>
            </a:extLst>
          </p:cNvPr>
          <p:cNvPicPr>
            <a:picLocks noChangeAspect="1"/>
          </p:cNvPicPr>
          <p:nvPr/>
        </p:nvPicPr>
        <p:blipFill>
          <a:blip r:embed="rId3"/>
          <a:stretch>
            <a:fillRect/>
          </a:stretch>
        </p:blipFill>
        <p:spPr>
          <a:xfrm>
            <a:off x="1833418" y="1620044"/>
            <a:ext cx="7620000" cy="4762500"/>
          </a:xfrm>
          <a:prstGeom prst="rect">
            <a:avLst/>
          </a:prstGeom>
        </p:spPr>
      </p:pic>
    </p:spTree>
    <p:extLst>
      <p:ext uri="{BB962C8B-B14F-4D97-AF65-F5344CB8AC3E}">
        <p14:creationId xmlns:p14="http://schemas.microsoft.com/office/powerpoint/2010/main" val="37913476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B202819-125C-F554-0D9C-45B0B353860D}"/>
            </a:ext>
          </a:extLst>
        </p:cNvPr>
        <p:cNvGrpSpPr/>
        <p:nvPr/>
      </p:nvGrpSpPr>
      <p:grpSpPr>
        <a:xfrm>
          <a:off x="0" y="0"/>
          <a:ext cx="0" cy="0"/>
          <a:chOff x="0" y="0"/>
          <a:chExt cx="0" cy="0"/>
        </a:xfrm>
      </p:grpSpPr>
      <p:sp>
        <p:nvSpPr>
          <p:cNvPr id="2" name="Titel 1">
            <a:extLst>
              <a:ext uri="{FF2B5EF4-FFF2-40B4-BE49-F238E27FC236}">
                <a16:creationId xmlns="" xmlns:a16="http://schemas.microsoft.com/office/drawing/2014/main" id="{78156787-4F47-678A-D52C-F533E822509B}"/>
              </a:ext>
            </a:extLst>
          </p:cNvPr>
          <p:cNvSpPr>
            <a:spLocks noGrp="1"/>
          </p:cNvSpPr>
          <p:nvPr>
            <p:ph type="title"/>
          </p:nvPr>
        </p:nvSpPr>
        <p:spPr/>
        <p:txBody>
          <a:bodyPr/>
          <a:lstStyle/>
          <a:p>
            <a:r>
              <a:rPr lang="de-AT" dirty="0" err="1"/>
              <a:t>Results</a:t>
            </a:r>
            <a:endParaRPr lang="de-AT" dirty="0"/>
          </a:p>
        </p:txBody>
      </p:sp>
      <p:sp>
        <p:nvSpPr>
          <p:cNvPr id="4" name="Inhaltsplatzhalter 3">
            <a:extLst>
              <a:ext uri="{FF2B5EF4-FFF2-40B4-BE49-F238E27FC236}">
                <a16:creationId xmlns="" xmlns:a16="http://schemas.microsoft.com/office/drawing/2014/main" id="{36113538-7307-EC2E-DBCF-A6B4684AD864}"/>
              </a:ext>
            </a:extLst>
          </p:cNvPr>
          <p:cNvSpPr>
            <a:spLocks noGrp="1"/>
          </p:cNvSpPr>
          <p:nvPr>
            <p:ph idx="1"/>
          </p:nvPr>
        </p:nvSpPr>
        <p:spPr/>
        <p:txBody>
          <a:bodyPr/>
          <a:lstStyle/>
          <a:p>
            <a:r>
              <a:rPr lang="de-DE" dirty="0"/>
              <a:t>Sports &amp; World leicht erkennbar</a:t>
            </a:r>
          </a:p>
          <a:p>
            <a:r>
              <a:rPr lang="de-DE" dirty="0"/>
              <a:t>Business &amp; Science schwerer wegen Überschneidungen</a:t>
            </a:r>
            <a:endParaRPr lang="de-AT" dirty="0"/>
          </a:p>
        </p:txBody>
      </p:sp>
      <p:pic>
        <p:nvPicPr>
          <p:cNvPr id="5" name="Grafik 4">
            <a:extLst>
              <a:ext uri="{FF2B5EF4-FFF2-40B4-BE49-F238E27FC236}">
                <a16:creationId xmlns="" xmlns:a16="http://schemas.microsoft.com/office/drawing/2014/main" id="{B162AFF4-62A5-A5DB-02C8-ED582A9098AA}"/>
              </a:ext>
            </a:extLst>
          </p:cNvPr>
          <p:cNvPicPr>
            <a:picLocks noChangeAspect="1"/>
          </p:cNvPicPr>
          <p:nvPr/>
        </p:nvPicPr>
        <p:blipFill>
          <a:blip r:embed="rId3"/>
          <a:stretch>
            <a:fillRect/>
          </a:stretch>
        </p:blipFill>
        <p:spPr>
          <a:xfrm>
            <a:off x="3131128" y="2850573"/>
            <a:ext cx="5343236" cy="4007427"/>
          </a:xfrm>
          <a:prstGeom prst="rect">
            <a:avLst/>
          </a:prstGeom>
        </p:spPr>
      </p:pic>
    </p:spTree>
    <p:extLst>
      <p:ext uri="{BB962C8B-B14F-4D97-AF65-F5344CB8AC3E}">
        <p14:creationId xmlns:p14="http://schemas.microsoft.com/office/powerpoint/2010/main" val="6943339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 xmlns:a16="http://schemas.microsoft.com/office/drawing/2014/main" id="{C2ADFBF2-AFD1-81F8-0C5A-BA1ECC515AA2}"/>
              </a:ext>
            </a:extLst>
          </p:cNvPr>
          <p:cNvSpPr>
            <a:spLocks noGrp="1"/>
          </p:cNvSpPr>
          <p:nvPr>
            <p:ph type="title"/>
          </p:nvPr>
        </p:nvSpPr>
        <p:spPr/>
        <p:txBody>
          <a:bodyPr/>
          <a:lstStyle/>
          <a:p>
            <a:r>
              <a:rPr lang="de-AT" dirty="0" err="1"/>
              <a:t>Discussion</a:t>
            </a:r>
            <a:r>
              <a:rPr lang="de-AT" dirty="0"/>
              <a:t> and </a:t>
            </a:r>
            <a:r>
              <a:rPr lang="de-AT" dirty="0" err="1"/>
              <a:t>Learnings</a:t>
            </a:r>
            <a:endParaRPr lang="de-AT" dirty="0"/>
          </a:p>
        </p:txBody>
      </p:sp>
      <p:sp>
        <p:nvSpPr>
          <p:cNvPr id="3" name="Inhaltsplatzhalter 2">
            <a:extLst>
              <a:ext uri="{FF2B5EF4-FFF2-40B4-BE49-F238E27FC236}">
                <a16:creationId xmlns="" xmlns:a16="http://schemas.microsoft.com/office/drawing/2014/main" id="{CB9846B4-4D85-4479-9A23-0F6E0B69F91D}"/>
              </a:ext>
            </a:extLst>
          </p:cNvPr>
          <p:cNvSpPr>
            <a:spLocks noGrp="1"/>
          </p:cNvSpPr>
          <p:nvPr>
            <p:ph idx="1"/>
          </p:nvPr>
        </p:nvSpPr>
        <p:spPr/>
        <p:txBody>
          <a:bodyPr/>
          <a:lstStyle/>
          <a:p>
            <a:r>
              <a:rPr lang="de-AT" dirty="0"/>
              <a:t>Naive Bayes: schneller, unkomplizierter Einstieg</a:t>
            </a:r>
          </a:p>
          <a:p>
            <a:r>
              <a:rPr lang="de-AT" dirty="0"/>
              <a:t>LSTM: anspruchsvoller → </a:t>
            </a:r>
            <a:r>
              <a:rPr lang="de-AT" dirty="0" err="1"/>
              <a:t>Tokenizer</a:t>
            </a:r>
            <a:r>
              <a:rPr lang="de-AT" dirty="0"/>
              <a:t>, </a:t>
            </a:r>
            <a:r>
              <a:rPr lang="de-AT" dirty="0" err="1"/>
              <a:t>Embeddings</a:t>
            </a:r>
            <a:r>
              <a:rPr lang="de-AT" dirty="0"/>
              <a:t>, </a:t>
            </a:r>
            <a:r>
              <a:rPr lang="de-AT" dirty="0" err="1"/>
              <a:t>Overfitting</a:t>
            </a:r>
            <a:r>
              <a:rPr lang="de-AT" dirty="0"/>
              <a:t> vermeiden</a:t>
            </a:r>
          </a:p>
          <a:p>
            <a:r>
              <a:rPr lang="de-AT" dirty="0"/>
              <a:t>Praktisches Arbeiten machte viele Unterrichtskonzepte klarer</a:t>
            </a:r>
          </a:p>
          <a:p>
            <a:endParaRPr lang="de-AT" dirty="0"/>
          </a:p>
          <a:p>
            <a:endParaRPr lang="de-AT" dirty="0"/>
          </a:p>
          <a:p>
            <a:pPr marL="0" indent="0">
              <a:buNone/>
            </a:pPr>
            <a:r>
              <a:rPr lang="de-AT" dirty="0"/>
              <a:t>PS. Visualisierungen sind super!</a:t>
            </a:r>
          </a:p>
        </p:txBody>
      </p:sp>
      <p:pic>
        <p:nvPicPr>
          <p:cNvPr id="6" name="Grafik 5">
            <a:extLst>
              <a:ext uri="{FF2B5EF4-FFF2-40B4-BE49-F238E27FC236}">
                <a16:creationId xmlns="" xmlns:a16="http://schemas.microsoft.com/office/drawing/2014/main" id="{0EDF2D78-13A5-4D64-0159-53379E9F3D6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53101" y="128588"/>
            <a:ext cx="964703" cy="964703"/>
          </a:xfrm>
          <a:prstGeom prst="rect">
            <a:avLst/>
          </a:prstGeom>
        </p:spPr>
      </p:pic>
    </p:spTree>
    <p:extLst>
      <p:ext uri="{BB962C8B-B14F-4D97-AF65-F5344CB8AC3E}">
        <p14:creationId xmlns:p14="http://schemas.microsoft.com/office/powerpoint/2010/main" val="31972485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E61E429-FA16-7A24-4A25-DF572115CD5C}"/>
            </a:ext>
          </a:extLst>
        </p:cNvPr>
        <p:cNvGrpSpPr/>
        <p:nvPr/>
      </p:nvGrpSpPr>
      <p:grpSpPr>
        <a:xfrm>
          <a:off x="0" y="0"/>
          <a:ext cx="0" cy="0"/>
          <a:chOff x="0" y="0"/>
          <a:chExt cx="0" cy="0"/>
        </a:xfrm>
      </p:grpSpPr>
      <p:pic>
        <p:nvPicPr>
          <p:cNvPr id="1028" name="Picture 4" descr="Qualifikation für das mittlere Hotelmanagement - Gastronomisches  Bildungszentrum e. V.">
            <a:extLst>
              <a:ext uri="{FF2B5EF4-FFF2-40B4-BE49-F238E27FC236}">
                <a16:creationId xmlns="" xmlns:a16="http://schemas.microsoft.com/office/drawing/2014/main" id="{0BA5B09C-E1E5-B4C9-409D-C07E0C7118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509" y="0"/>
            <a:ext cx="1333066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el 1">
            <a:extLst>
              <a:ext uri="{FF2B5EF4-FFF2-40B4-BE49-F238E27FC236}">
                <a16:creationId xmlns="" xmlns:a16="http://schemas.microsoft.com/office/drawing/2014/main" id="{1F1DDFE6-EAB7-EECF-84DA-D2A55C04D469}"/>
              </a:ext>
            </a:extLst>
          </p:cNvPr>
          <p:cNvSpPr>
            <a:spLocks noGrp="1"/>
          </p:cNvSpPr>
          <p:nvPr>
            <p:ph type="ctrTitle"/>
          </p:nvPr>
        </p:nvSpPr>
        <p:spPr>
          <a:xfrm>
            <a:off x="5440218" y="2846118"/>
            <a:ext cx="9144000" cy="956603"/>
          </a:xfrm>
        </p:spPr>
        <p:txBody>
          <a:bodyPr/>
          <a:lstStyle/>
          <a:p>
            <a:r>
              <a:rPr lang="de-AT" dirty="0"/>
              <a:t>Danke!</a:t>
            </a:r>
          </a:p>
        </p:txBody>
      </p:sp>
    </p:spTree>
    <p:extLst>
      <p:ext uri="{BB962C8B-B14F-4D97-AF65-F5344CB8AC3E}">
        <p14:creationId xmlns:p14="http://schemas.microsoft.com/office/powerpoint/2010/main" val="31891749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 xmlns:a16="http://schemas.microsoft.com/office/drawing/2014/main" id="{80F597A4-6C59-0F99-177D-962398DFD86F}"/>
              </a:ext>
            </a:extLst>
          </p:cNvPr>
          <p:cNvSpPr>
            <a:spLocks noGrp="1"/>
          </p:cNvSpPr>
          <p:nvPr>
            <p:ph type="title"/>
          </p:nvPr>
        </p:nvSpPr>
        <p:spPr/>
        <p:txBody>
          <a:bodyPr/>
          <a:lstStyle/>
          <a:p>
            <a:r>
              <a:rPr lang="de-AT" dirty="0"/>
              <a:t>Sources</a:t>
            </a:r>
          </a:p>
        </p:txBody>
      </p:sp>
      <p:sp>
        <p:nvSpPr>
          <p:cNvPr id="3" name="Inhaltsplatzhalter 2">
            <a:extLst>
              <a:ext uri="{FF2B5EF4-FFF2-40B4-BE49-F238E27FC236}">
                <a16:creationId xmlns="" xmlns:a16="http://schemas.microsoft.com/office/drawing/2014/main" id="{E2A12177-3B08-FE66-49A0-E8BC89FE0456}"/>
              </a:ext>
            </a:extLst>
          </p:cNvPr>
          <p:cNvSpPr>
            <a:spLocks noGrp="1"/>
          </p:cNvSpPr>
          <p:nvPr>
            <p:ph idx="1"/>
          </p:nvPr>
        </p:nvSpPr>
        <p:spPr/>
        <p:txBody>
          <a:bodyPr/>
          <a:lstStyle/>
          <a:p>
            <a:r>
              <a:rPr lang="en-US" dirty="0"/>
              <a:t>&lt;a </a:t>
            </a:r>
            <a:r>
              <a:rPr lang="en-US" dirty="0" err="1"/>
              <a:t>href</a:t>
            </a:r>
            <a:r>
              <a:rPr lang="en-US" dirty="0"/>
              <a:t>="https://www.flaticon.com/free-icons/news" title="news icons"&gt;News icons created by </a:t>
            </a:r>
            <a:r>
              <a:rPr lang="en-US" dirty="0" err="1"/>
              <a:t>dickpra</a:t>
            </a:r>
            <a:r>
              <a:rPr lang="en-US" dirty="0"/>
              <a:t> - </a:t>
            </a:r>
            <a:r>
              <a:rPr lang="en-US" dirty="0" err="1"/>
              <a:t>Flaticon</a:t>
            </a:r>
            <a:r>
              <a:rPr lang="en-US" dirty="0"/>
              <a:t>&lt;/a&gt;</a:t>
            </a:r>
            <a:endParaRPr lang="de-AT" dirty="0"/>
          </a:p>
        </p:txBody>
      </p:sp>
    </p:spTree>
    <p:extLst>
      <p:ext uri="{BB962C8B-B14F-4D97-AF65-F5344CB8AC3E}">
        <p14:creationId xmlns:p14="http://schemas.microsoft.com/office/powerpoint/2010/main" val="19797918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596</Words>
  <Application>Microsoft Office PowerPoint</Application>
  <PresentationFormat>Breitbild</PresentationFormat>
  <Paragraphs>142</Paragraphs>
  <Slides>20</Slides>
  <Notes>5</Notes>
  <HiddenSlides>2</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20</vt:i4>
      </vt:variant>
    </vt:vector>
  </HeadingPairs>
  <TitlesOfParts>
    <vt:vector size="25" baseType="lpstr">
      <vt:lpstr>Aptos</vt:lpstr>
      <vt:lpstr>Aptos Display</vt:lpstr>
      <vt:lpstr>Arial</vt:lpstr>
      <vt:lpstr>Wingdings</vt:lpstr>
      <vt:lpstr>Office</vt:lpstr>
      <vt:lpstr>NLP-Projekt</vt:lpstr>
      <vt:lpstr>Dataset Description</vt:lpstr>
      <vt:lpstr>Relation to Real Applications</vt:lpstr>
      <vt:lpstr>Problems (and Solutions)</vt:lpstr>
      <vt:lpstr>Naive Bayes &amp; LSTM Vergleich</vt:lpstr>
      <vt:lpstr>Implementation Details: Naive Bayes</vt:lpstr>
      <vt:lpstr>Implementation Details: LSTM</vt:lpstr>
      <vt:lpstr>Results and Evaluation – Naive Bayes</vt:lpstr>
      <vt:lpstr>Results and Evaluation – Naive Bayes</vt:lpstr>
      <vt:lpstr>Results and Evaluation – LSTM</vt:lpstr>
      <vt:lpstr>Results and Evaluation – LSTM</vt:lpstr>
      <vt:lpstr>Results and Evaluation - Comparison</vt:lpstr>
      <vt:lpstr>Results and Evaluation - Discussion</vt:lpstr>
      <vt:lpstr>Visualizations – Falsche Klassifizierungen </vt:lpstr>
      <vt:lpstr>Visualizations – Wordclouds</vt:lpstr>
      <vt:lpstr>Visualization – Fehlerquote vs Sequenzlänge</vt:lpstr>
      <vt:lpstr>Results</vt:lpstr>
      <vt:lpstr>Discussion and Learnings</vt:lpstr>
      <vt:lpstr>Danke!</vt:lpstr>
      <vt:lpstr>Sources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NLP-Projekt</dc:title>
  <dc:creator>Miriam Unger</dc:creator>
  <cp:lastModifiedBy>Microsoft-Konto</cp:lastModifiedBy>
  <cp:revision>18</cp:revision>
  <dcterms:created xsi:type="dcterms:W3CDTF">2025-11-05T09:59:11Z</dcterms:created>
  <dcterms:modified xsi:type="dcterms:W3CDTF">2025-12-04T17:39:15Z</dcterms:modified>
</cp:coreProperties>
</file>